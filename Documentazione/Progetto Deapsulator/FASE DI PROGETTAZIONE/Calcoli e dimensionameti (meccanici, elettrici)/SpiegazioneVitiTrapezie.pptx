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 id="2147483650" r:id="rId3"/>
    <p:sldMasterId id="2147483651"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0080625" cy="5670550"/>
  <p:notesSz cx="7559675" cy="10691813"/>
  <p:defaultTextStyle>
    <a:defPPr>
      <a:defRPr lang="en-GB"/>
    </a:defPPr>
    <a:lvl1pPr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2200" kern="1200">
        <a:solidFill>
          <a:schemeClr val="tx1"/>
        </a:solidFill>
        <a:latin typeface="Noto Sans" panose="020B0502040504020204" pitchFamily="34" charset="0"/>
        <a:ea typeface="+mn-ea"/>
        <a:cs typeface="Noto Sans CJK JP:palt;Noto Sans" pitchFamily="32" charset="0"/>
      </a:defRPr>
    </a:lvl1pPr>
    <a:lvl2pPr marL="742950" indent="-28575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2200" kern="1200">
        <a:solidFill>
          <a:schemeClr val="tx1"/>
        </a:solidFill>
        <a:latin typeface="Noto Sans" panose="020B0502040504020204" pitchFamily="34" charset="0"/>
        <a:ea typeface="+mn-ea"/>
        <a:cs typeface="Noto Sans CJK JP:palt;Noto Sans" pitchFamily="32" charset="0"/>
      </a:defRPr>
    </a:lvl2pPr>
    <a:lvl3pPr marL="11430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2200" kern="1200">
        <a:solidFill>
          <a:schemeClr val="tx1"/>
        </a:solidFill>
        <a:latin typeface="Noto Sans" panose="020B0502040504020204" pitchFamily="34" charset="0"/>
        <a:ea typeface="+mn-ea"/>
        <a:cs typeface="Noto Sans CJK JP:palt;Noto Sans" pitchFamily="32" charset="0"/>
      </a:defRPr>
    </a:lvl3pPr>
    <a:lvl4pPr marL="16002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2200" kern="1200">
        <a:solidFill>
          <a:schemeClr val="tx1"/>
        </a:solidFill>
        <a:latin typeface="Noto Sans" panose="020B0502040504020204" pitchFamily="34" charset="0"/>
        <a:ea typeface="+mn-ea"/>
        <a:cs typeface="Noto Sans CJK JP:palt;Noto Sans" pitchFamily="32" charset="0"/>
      </a:defRPr>
    </a:lvl4pPr>
    <a:lvl5pPr marL="20574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2200" kern="1200">
        <a:solidFill>
          <a:schemeClr val="tx1"/>
        </a:solidFill>
        <a:latin typeface="Noto Sans" panose="020B0502040504020204" pitchFamily="34" charset="0"/>
        <a:ea typeface="+mn-ea"/>
        <a:cs typeface="Noto Sans CJK JP:palt;Noto Sans" pitchFamily="32" charset="0"/>
      </a:defRPr>
    </a:lvl5pPr>
    <a:lvl6pPr marL="2286000" algn="l" defTabSz="914400" rtl="0" eaLnBrk="1" latinLnBrk="0" hangingPunct="1">
      <a:defRPr sz="2200" kern="1200">
        <a:solidFill>
          <a:schemeClr val="tx1"/>
        </a:solidFill>
        <a:latin typeface="Noto Sans" panose="020B0502040504020204" pitchFamily="34" charset="0"/>
        <a:ea typeface="+mn-ea"/>
        <a:cs typeface="Noto Sans CJK JP:palt;Noto Sans" pitchFamily="32" charset="0"/>
      </a:defRPr>
    </a:lvl6pPr>
    <a:lvl7pPr marL="2743200" algn="l" defTabSz="914400" rtl="0" eaLnBrk="1" latinLnBrk="0" hangingPunct="1">
      <a:defRPr sz="2200" kern="1200">
        <a:solidFill>
          <a:schemeClr val="tx1"/>
        </a:solidFill>
        <a:latin typeface="Noto Sans" panose="020B0502040504020204" pitchFamily="34" charset="0"/>
        <a:ea typeface="+mn-ea"/>
        <a:cs typeface="Noto Sans CJK JP:palt;Noto Sans" pitchFamily="32" charset="0"/>
      </a:defRPr>
    </a:lvl7pPr>
    <a:lvl8pPr marL="3200400" algn="l" defTabSz="914400" rtl="0" eaLnBrk="1" latinLnBrk="0" hangingPunct="1">
      <a:defRPr sz="2200" kern="1200">
        <a:solidFill>
          <a:schemeClr val="tx1"/>
        </a:solidFill>
        <a:latin typeface="Noto Sans" panose="020B0502040504020204" pitchFamily="34" charset="0"/>
        <a:ea typeface="+mn-ea"/>
        <a:cs typeface="Noto Sans CJK JP:palt;Noto Sans" pitchFamily="32" charset="0"/>
      </a:defRPr>
    </a:lvl8pPr>
    <a:lvl9pPr marL="3657600" algn="l" defTabSz="914400" rtl="0" eaLnBrk="1" latinLnBrk="0" hangingPunct="1">
      <a:defRPr sz="2200" kern="1200">
        <a:solidFill>
          <a:schemeClr val="tx1"/>
        </a:solidFill>
        <a:latin typeface="Noto Sans" panose="020B0502040504020204" pitchFamily="34" charset="0"/>
        <a:ea typeface="+mn-ea"/>
        <a:cs typeface="Noto Sans CJK JP:palt;Noto Sans" pitchFamily="32"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85" d="100"/>
          <a:sy n="85" d="100"/>
        </p:scale>
        <p:origin x="-780" y="-84"/>
      </p:cViewPr>
      <p:guideLst>
        <p:guide orient="horz" pos="2160"/>
        <p:guide pos="2880"/>
      </p:guideLst>
    </p:cSldViewPr>
  </p:slideViewPr>
  <p:outlineViewPr>
    <p:cViewPr varScale="1">
      <p:scale>
        <a:sx n="170" d="200"/>
        <a:sy n="170" d="200"/>
      </p:scale>
      <p:origin x="-780" y="-84"/>
    </p:cViewPr>
  </p:outline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slide" Target="slides/slide14.xml" /><Relationship Id="rId3" Type="http://schemas.openxmlformats.org/officeDocument/2006/relationships/slideMaster" Target="slideMasters/slideMaster3.xml" /><Relationship Id="rId21" Type="http://schemas.openxmlformats.org/officeDocument/2006/relationships/viewProps" Target="viewProps.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 Type="http://schemas.openxmlformats.org/officeDocument/2006/relationships/slideMaster" Target="slideMasters/slideMaster2.xml" /><Relationship Id="rId16" Type="http://schemas.openxmlformats.org/officeDocument/2006/relationships/slide" Target="slides/slide12.xml" /><Relationship Id="rId2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tableStyles" Target="tableStyles.xml" /><Relationship Id="rId10" Type="http://schemas.openxmlformats.org/officeDocument/2006/relationships/slide" Target="slides/slide6.xml" /><Relationship Id="rId19" Type="http://schemas.openxmlformats.org/officeDocument/2006/relationships/notesMaster" Target="notesMasters/notesMaster1.xml" /><Relationship Id="rId4" Type="http://schemas.openxmlformats.org/officeDocument/2006/relationships/slideMaster" Target="slideMasters/slideMaster4.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A8058E5D-4DDE-B4B0-EFC9-92EC7172E786}"/>
              </a:ext>
            </a:extLst>
          </p:cNvPr>
          <p:cNvSpPr>
            <a:spLocks noGrp="1" noRot="1" noChangeAspect="1" noChangeArrowheads="1"/>
          </p:cNvSpPr>
          <p:nvPr>
            <p:ph type="sldImg"/>
          </p:nvPr>
        </p:nvSpPr>
        <p:spPr bwMode="auto">
          <a:xfrm>
            <a:off x="720725" y="900113"/>
            <a:ext cx="6118225" cy="344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5122" name="Rectangle 2">
            <a:extLst>
              <a:ext uri="{FF2B5EF4-FFF2-40B4-BE49-F238E27FC236}">
                <a16:creationId xmlns:a16="http://schemas.microsoft.com/office/drawing/2014/main" id="{D9C7E24B-36BD-04CE-7DB6-E43DD274D554}"/>
              </a:ext>
            </a:extLst>
          </p:cNvPr>
          <p:cNvSpPr>
            <a:spLocks noGrp="1" noChangeArrowheads="1"/>
          </p:cNvSpPr>
          <p:nvPr>
            <p:ph type="body"/>
          </p:nvPr>
        </p:nvSpPr>
        <p:spPr bwMode="auto">
          <a:xfrm>
            <a:off x="720725" y="4679950"/>
            <a:ext cx="6118225" cy="5038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altLang="en-US"/>
          </a:p>
        </p:txBody>
      </p:sp>
      <p:sp>
        <p:nvSpPr>
          <p:cNvPr id="5123" name="Rectangle 3">
            <a:extLst>
              <a:ext uri="{FF2B5EF4-FFF2-40B4-BE49-F238E27FC236}">
                <a16:creationId xmlns:a16="http://schemas.microsoft.com/office/drawing/2014/main" id="{6568007D-FEA0-9349-C2B5-1CEB07740FCF}"/>
              </a:ext>
            </a:extLst>
          </p:cNvPr>
          <p:cNvSpPr>
            <a:spLocks noGrp="1" noChangeArrowheads="1"/>
          </p:cNvSpPr>
          <p:nvPr>
            <p:ph type="hdr"/>
          </p:nvPr>
        </p:nvSpPr>
        <p:spPr bwMode="auto">
          <a:xfrm>
            <a:off x="0" y="0"/>
            <a:ext cx="327977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tabLst>
                <a:tab pos="449263" algn="l"/>
                <a:tab pos="898525" algn="l"/>
                <a:tab pos="1347788" algn="l"/>
                <a:tab pos="1797050" algn="l"/>
                <a:tab pos="2246313" algn="l"/>
                <a:tab pos="2695575" algn="l"/>
                <a:tab pos="3144838" algn="l"/>
              </a:tabLst>
              <a:defRPr sz="1400">
                <a:solidFill>
                  <a:srgbClr val="000000"/>
                </a:solidFill>
              </a:defRPr>
            </a:lvl1pPr>
          </a:lstStyle>
          <a:p>
            <a:endParaRPr lang="it-IT" altLang="en-US"/>
          </a:p>
        </p:txBody>
      </p:sp>
      <p:sp>
        <p:nvSpPr>
          <p:cNvPr id="5124" name="Rectangle 4">
            <a:extLst>
              <a:ext uri="{FF2B5EF4-FFF2-40B4-BE49-F238E27FC236}">
                <a16:creationId xmlns:a16="http://schemas.microsoft.com/office/drawing/2014/main" id="{7A5E5E8D-E400-4CCB-A55A-9A5D67AB1E72}"/>
              </a:ext>
            </a:extLst>
          </p:cNvPr>
          <p:cNvSpPr>
            <a:spLocks noGrp="1" noChangeArrowheads="1"/>
          </p:cNvSpPr>
          <p:nvPr>
            <p:ph type="dt"/>
          </p:nvPr>
        </p:nvSpPr>
        <p:spPr bwMode="auto">
          <a:xfrm>
            <a:off x="4278313" y="0"/>
            <a:ext cx="327977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tabLst>
                <a:tab pos="449263" algn="l"/>
                <a:tab pos="898525" algn="l"/>
                <a:tab pos="1347788" algn="l"/>
                <a:tab pos="1797050" algn="l"/>
                <a:tab pos="2246313" algn="l"/>
                <a:tab pos="2695575" algn="l"/>
                <a:tab pos="3144838" algn="l"/>
              </a:tabLst>
              <a:defRPr sz="1400">
                <a:solidFill>
                  <a:srgbClr val="000000"/>
                </a:solidFill>
              </a:defRPr>
            </a:lvl1pPr>
          </a:lstStyle>
          <a:p>
            <a:endParaRPr lang="it-IT" altLang="en-US"/>
          </a:p>
        </p:txBody>
      </p:sp>
      <p:sp>
        <p:nvSpPr>
          <p:cNvPr id="5125" name="Rectangle 5">
            <a:extLst>
              <a:ext uri="{FF2B5EF4-FFF2-40B4-BE49-F238E27FC236}">
                <a16:creationId xmlns:a16="http://schemas.microsoft.com/office/drawing/2014/main" id="{FA182DA6-C4EB-C91E-17A1-5256A5A57561}"/>
              </a:ext>
            </a:extLst>
          </p:cNvPr>
          <p:cNvSpPr>
            <a:spLocks noGrp="1" noChangeArrowheads="1"/>
          </p:cNvSpPr>
          <p:nvPr>
            <p:ph type="ftr"/>
          </p:nvPr>
        </p:nvSpPr>
        <p:spPr bwMode="auto">
          <a:xfrm>
            <a:off x="0" y="10156825"/>
            <a:ext cx="327977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tabLst>
                <a:tab pos="449263" algn="l"/>
                <a:tab pos="898525" algn="l"/>
                <a:tab pos="1347788" algn="l"/>
                <a:tab pos="1797050" algn="l"/>
                <a:tab pos="2246313" algn="l"/>
                <a:tab pos="2695575" algn="l"/>
                <a:tab pos="3144838" algn="l"/>
              </a:tabLst>
              <a:defRPr sz="1400">
                <a:solidFill>
                  <a:srgbClr val="000000"/>
                </a:solidFill>
              </a:defRPr>
            </a:lvl1pPr>
          </a:lstStyle>
          <a:p>
            <a:endParaRPr lang="it-IT" altLang="en-US"/>
          </a:p>
        </p:txBody>
      </p:sp>
      <p:sp>
        <p:nvSpPr>
          <p:cNvPr id="5126" name="Rectangle 6">
            <a:extLst>
              <a:ext uri="{FF2B5EF4-FFF2-40B4-BE49-F238E27FC236}">
                <a16:creationId xmlns:a16="http://schemas.microsoft.com/office/drawing/2014/main" id="{8CA1EFD8-DA11-5DA2-6EEF-A28717830220}"/>
              </a:ext>
            </a:extLst>
          </p:cNvPr>
          <p:cNvSpPr>
            <a:spLocks noGrp="1" noChangeArrowheads="1"/>
          </p:cNvSpPr>
          <p:nvPr>
            <p:ph type="sldNum"/>
          </p:nvPr>
        </p:nvSpPr>
        <p:spPr bwMode="auto">
          <a:xfrm>
            <a:off x="4278313" y="10156825"/>
            <a:ext cx="327977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tabLst>
                <a:tab pos="449263" algn="l"/>
                <a:tab pos="898525" algn="l"/>
                <a:tab pos="1347788" algn="l"/>
                <a:tab pos="1797050" algn="l"/>
                <a:tab pos="2246313" algn="l"/>
                <a:tab pos="2695575" algn="l"/>
                <a:tab pos="3144838" algn="l"/>
              </a:tabLst>
              <a:defRPr sz="1400">
                <a:solidFill>
                  <a:srgbClr val="000000"/>
                </a:solidFill>
              </a:defRPr>
            </a:lvl1pPr>
          </a:lstStyle>
          <a:p>
            <a:fld id="{8BCA89B2-D9BA-4340-A68D-9E61FC772EA5}" type="slidenum">
              <a:rPr lang="it-IT" altLang="en-US"/>
              <a:pPr/>
              <a:t>‹N›</a:t>
            </a:fld>
            <a:endParaRPr lang="it-IT"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707ED3DA-DF0E-5DF0-F7DE-E0461692024E}"/>
              </a:ext>
            </a:extLst>
          </p:cNvPr>
          <p:cNvSpPr>
            <a:spLocks noGrp="1" noChangeArrowheads="1"/>
          </p:cNvSpPr>
          <p:nvPr>
            <p:ph type="sldNum"/>
          </p:nvPr>
        </p:nvSpPr>
        <p:spPr>
          <a:ln/>
        </p:spPr>
        <p:txBody>
          <a:bodyPr/>
          <a:lstStyle/>
          <a:p>
            <a:fld id="{47DBE59D-6984-4584-9227-DDC1145817F3}" type="slidenum">
              <a:rPr lang="it-IT" altLang="en-US"/>
              <a:pPr/>
              <a:t>1</a:t>
            </a:fld>
            <a:endParaRPr lang="it-IT" altLang="en-US"/>
          </a:p>
        </p:txBody>
      </p:sp>
      <p:sp>
        <p:nvSpPr>
          <p:cNvPr id="20481" name="Rectangle 1">
            <a:extLst>
              <a:ext uri="{FF2B5EF4-FFF2-40B4-BE49-F238E27FC236}">
                <a16:creationId xmlns:a16="http://schemas.microsoft.com/office/drawing/2014/main" id="{B36B8D98-4EB9-FA9A-45F2-8D0865E2DF51}"/>
              </a:ext>
            </a:extLst>
          </p:cNvPr>
          <p:cNvSpPr txBox="1">
            <a:spLocks noGrp="1" noRot="1" noChangeAspect="1" noChangeArrowheads="1"/>
          </p:cNvSpPr>
          <p:nvPr>
            <p:ph type="sldImg"/>
          </p:nvPr>
        </p:nvSpPr>
        <p:spPr bwMode="auto">
          <a:xfrm>
            <a:off x="720725" y="900113"/>
            <a:ext cx="6119813"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a:extLst>
              <a:ext uri="{FF2B5EF4-FFF2-40B4-BE49-F238E27FC236}">
                <a16:creationId xmlns:a16="http://schemas.microsoft.com/office/drawing/2014/main" id="{3BA55AF6-151D-26EE-A873-2098DC6714CE}"/>
              </a:ext>
            </a:extLst>
          </p:cNvPr>
          <p:cNvSpPr txBox="1">
            <a:spLocks noGrp="1"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50411550-2D61-18D4-C46A-CD76143C4DB9}"/>
              </a:ext>
            </a:extLst>
          </p:cNvPr>
          <p:cNvSpPr>
            <a:spLocks noGrp="1" noChangeArrowheads="1"/>
          </p:cNvSpPr>
          <p:nvPr>
            <p:ph type="sldNum"/>
          </p:nvPr>
        </p:nvSpPr>
        <p:spPr>
          <a:ln/>
        </p:spPr>
        <p:txBody>
          <a:bodyPr/>
          <a:lstStyle/>
          <a:p>
            <a:fld id="{4782F57F-AFB6-4D91-ADEE-8A8F15D0FE8A}" type="slidenum">
              <a:rPr lang="it-IT" altLang="en-US"/>
              <a:pPr/>
              <a:t>2</a:t>
            </a:fld>
            <a:endParaRPr lang="it-IT" altLang="en-US"/>
          </a:p>
        </p:txBody>
      </p:sp>
      <p:sp>
        <p:nvSpPr>
          <p:cNvPr id="21505" name="Rectangle 1">
            <a:extLst>
              <a:ext uri="{FF2B5EF4-FFF2-40B4-BE49-F238E27FC236}">
                <a16:creationId xmlns:a16="http://schemas.microsoft.com/office/drawing/2014/main" id="{A01F405D-691F-AC40-AEBB-09943354F16B}"/>
              </a:ext>
            </a:extLst>
          </p:cNvPr>
          <p:cNvSpPr txBox="1">
            <a:spLocks noGrp="1" noRot="1" noChangeAspect="1" noChangeArrowheads="1"/>
          </p:cNvSpPr>
          <p:nvPr>
            <p:ph type="sldImg"/>
          </p:nvPr>
        </p:nvSpPr>
        <p:spPr bwMode="auto">
          <a:xfrm>
            <a:off x="720725" y="900113"/>
            <a:ext cx="6119813"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6" name="Rectangle 2">
            <a:extLst>
              <a:ext uri="{FF2B5EF4-FFF2-40B4-BE49-F238E27FC236}">
                <a16:creationId xmlns:a16="http://schemas.microsoft.com/office/drawing/2014/main" id="{B7D3EF9F-0459-E779-6019-9E6EF3264E10}"/>
              </a:ext>
            </a:extLst>
          </p:cNvPr>
          <p:cNvSpPr txBox="1">
            <a:spLocks noGrp="1"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73A0992B-9B66-3872-DB24-9A072704A114}"/>
              </a:ext>
            </a:extLst>
          </p:cNvPr>
          <p:cNvSpPr>
            <a:spLocks noGrp="1" noChangeArrowheads="1"/>
          </p:cNvSpPr>
          <p:nvPr>
            <p:ph type="sldNum"/>
          </p:nvPr>
        </p:nvSpPr>
        <p:spPr>
          <a:ln/>
        </p:spPr>
        <p:txBody>
          <a:bodyPr/>
          <a:lstStyle/>
          <a:p>
            <a:fld id="{6833B206-B4D4-403E-8BBF-B5C13563A766}" type="slidenum">
              <a:rPr lang="it-IT" altLang="en-US"/>
              <a:pPr/>
              <a:t>3</a:t>
            </a:fld>
            <a:endParaRPr lang="it-IT" altLang="en-US"/>
          </a:p>
        </p:txBody>
      </p:sp>
      <p:sp>
        <p:nvSpPr>
          <p:cNvPr id="22529" name="Rectangle 1">
            <a:extLst>
              <a:ext uri="{FF2B5EF4-FFF2-40B4-BE49-F238E27FC236}">
                <a16:creationId xmlns:a16="http://schemas.microsoft.com/office/drawing/2014/main" id="{234E2852-7B6C-E3EA-0A62-2092BAFF5BB2}"/>
              </a:ext>
            </a:extLst>
          </p:cNvPr>
          <p:cNvSpPr txBox="1">
            <a:spLocks noGrp="1" noRot="1" noChangeAspect="1" noChangeArrowheads="1"/>
          </p:cNvSpPr>
          <p:nvPr>
            <p:ph type="sldImg"/>
          </p:nvPr>
        </p:nvSpPr>
        <p:spPr bwMode="auto">
          <a:xfrm>
            <a:off x="720725" y="900113"/>
            <a:ext cx="6119813"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0" name="Rectangle 2">
            <a:extLst>
              <a:ext uri="{FF2B5EF4-FFF2-40B4-BE49-F238E27FC236}">
                <a16:creationId xmlns:a16="http://schemas.microsoft.com/office/drawing/2014/main" id="{958D1128-8806-1D24-9504-00AD246C0F39}"/>
              </a:ext>
            </a:extLst>
          </p:cNvPr>
          <p:cNvSpPr txBox="1">
            <a:spLocks noGrp="1"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A1622E75-78A4-552E-30C6-BBB636246605}"/>
              </a:ext>
            </a:extLst>
          </p:cNvPr>
          <p:cNvSpPr>
            <a:spLocks noGrp="1" noChangeArrowheads="1"/>
          </p:cNvSpPr>
          <p:nvPr>
            <p:ph type="sldNum"/>
          </p:nvPr>
        </p:nvSpPr>
        <p:spPr>
          <a:ln/>
        </p:spPr>
        <p:txBody>
          <a:bodyPr/>
          <a:lstStyle/>
          <a:p>
            <a:fld id="{35C5B31A-57AA-45B7-BF37-CA44544D4E61}" type="slidenum">
              <a:rPr lang="it-IT" altLang="en-US"/>
              <a:pPr/>
              <a:t>4</a:t>
            </a:fld>
            <a:endParaRPr lang="it-IT" altLang="en-US"/>
          </a:p>
        </p:txBody>
      </p:sp>
      <p:sp>
        <p:nvSpPr>
          <p:cNvPr id="23553" name="Rectangle 1">
            <a:extLst>
              <a:ext uri="{FF2B5EF4-FFF2-40B4-BE49-F238E27FC236}">
                <a16:creationId xmlns:a16="http://schemas.microsoft.com/office/drawing/2014/main" id="{5BA8A174-8E36-06BA-744D-48D2CED6FB5B}"/>
              </a:ext>
            </a:extLst>
          </p:cNvPr>
          <p:cNvSpPr txBox="1">
            <a:spLocks noGrp="1" noRot="1" noChangeAspect="1" noChangeArrowheads="1"/>
          </p:cNvSpPr>
          <p:nvPr>
            <p:ph type="sldImg"/>
          </p:nvPr>
        </p:nvSpPr>
        <p:spPr bwMode="auto">
          <a:xfrm>
            <a:off x="720725" y="900113"/>
            <a:ext cx="6119813"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4" name="Rectangle 2">
            <a:extLst>
              <a:ext uri="{FF2B5EF4-FFF2-40B4-BE49-F238E27FC236}">
                <a16:creationId xmlns:a16="http://schemas.microsoft.com/office/drawing/2014/main" id="{7C557951-72AA-3465-6CAF-96D45BCCC73E}"/>
              </a:ext>
            </a:extLst>
          </p:cNvPr>
          <p:cNvSpPr txBox="1">
            <a:spLocks noGrp="1"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9056E9F4-FD1D-DB2F-6BE3-BC69423A9B87}"/>
              </a:ext>
            </a:extLst>
          </p:cNvPr>
          <p:cNvSpPr>
            <a:spLocks noGrp="1" noChangeArrowheads="1"/>
          </p:cNvSpPr>
          <p:nvPr>
            <p:ph type="sldNum"/>
          </p:nvPr>
        </p:nvSpPr>
        <p:spPr>
          <a:ln/>
        </p:spPr>
        <p:txBody>
          <a:bodyPr/>
          <a:lstStyle/>
          <a:p>
            <a:fld id="{C192C8DB-332F-4C05-9FFD-21C1FDA8DD93}" type="slidenum">
              <a:rPr lang="it-IT" altLang="en-US"/>
              <a:pPr/>
              <a:t>5</a:t>
            </a:fld>
            <a:endParaRPr lang="it-IT" altLang="en-US"/>
          </a:p>
        </p:txBody>
      </p:sp>
      <p:sp>
        <p:nvSpPr>
          <p:cNvPr id="24577" name="Rectangle 1">
            <a:extLst>
              <a:ext uri="{FF2B5EF4-FFF2-40B4-BE49-F238E27FC236}">
                <a16:creationId xmlns:a16="http://schemas.microsoft.com/office/drawing/2014/main" id="{EB439B45-3782-623D-2672-F2965D725F0A}"/>
              </a:ext>
            </a:extLst>
          </p:cNvPr>
          <p:cNvSpPr txBox="1">
            <a:spLocks noGrp="1" noRot="1" noChangeAspect="1" noChangeArrowheads="1"/>
          </p:cNvSpPr>
          <p:nvPr>
            <p:ph type="sldImg"/>
          </p:nvPr>
        </p:nvSpPr>
        <p:spPr bwMode="auto">
          <a:xfrm>
            <a:off x="720725" y="900113"/>
            <a:ext cx="6119813"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78" name="Rectangle 2">
            <a:extLst>
              <a:ext uri="{FF2B5EF4-FFF2-40B4-BE49-F238E27FC236}">
                <a16:creationId xmlns:a16="http://schemas.microsoft.com/office/drawing/2014/main" id="{05B19524-161F-0F75-047A-4B9F3DDC9D7F}"/>
              </a:ext>
            </a:extLst>
          </p:cNvPr>
          <p:cNvSpPr txBox="1">
            <a:spLocks noGrp="1"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0C7B5E90-73E7-825B-518C-8EE2E8CF2AE7}"/>
              </a:ext>
            </a:extLst>
          </p:cNvPr>
          <p:cNvSpPr>
            <a:spLocks noGrp="1" noChangeArrowheads="1"/>
          </p:cNvSpPr>
          <p:nvPr>
            <p:ph type="sldNum"/>
          </p:nvPr>
        </p:nvSpPr>
        <p:spPr>
          <a:ln/>
        </p:spPr>
        <p:txBody>
          <a:bodyPr/>
          <a:lstStyle/>
          <a:p>
            <a:fld id="{1C12B00C-CB4D-4B06-91F9-D8F1ACD46F1E}" type="slidenum">
              <a:rPr lang="it-IT" altLang="en-US"/>
              <a:pPr/>
              <a:t>6</a:t>
            </a:fld>
            <a:endParaRPr lang="it-IT" altLang="en-US"/>
          </a:p>
        </p:txBody>
      </p:sp>
      <p:sp>
        <p:nvSpPr>
          <p:cNvPr id="25601" name="Rectangle 1">
            <a:extLst>
              <a:ext uri="{FF2B5EF4-FFF2-40B4-BE49-F238E27FC236}">
                <a16:creationId xmlns:a16="http://schemas.microsoft.com/office/drawing/2014/main" id="{FE96AE2D-DCBD-CE29-A942-44B5F0B1E02D}"/>
              </a:ext>
            </a:extLst>
          </p:cNvPr>
          <p:cNvSpPr txBox="1">
            <a:spLocks noGrp="1" noRot="1" noChangeAspect="1" noChangeArrowheads="1"/>
          </p:cNvSpPr>
          <p:nvPr>
            <p:ph type="sldImg"/>
          </p:nvPr>
        </p:nvSpPr>
        <p:spPr bwMode="auto">
          <a:xfrm>
            <a:off x="720725" y="900113"/>
            <a:ext cx="6119813"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5602" name="Rectangle 2">
            <a:extLst>
              <a:ext uri="{FF2B5EF4-FFF2-40B4-BE49-F238E27FC236}">
                <a16:creationId xmlns:a16="http://schemas.microsoft.com/office/drawing/2014/main" id="{53A3F639-AC53-200B-57F8-79236FEF58FF}"/>
              </a:ext>
            </a:extLst>
          </p:cNvPr>
          <p:cNvSpPr txBox="1">
            <a:spLocks noGrp="1"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64A21C8B-9DF5-9208-83BA-79A3A9DD4750}"/>
              </a:ext>
            </a:extLst>
          </p:cNvPr>
          <p:cNvSpPr>
            <a:spLocks noGrp="1" noChangeArrowheads="1"/>
          </p:cNvSpPr>
          <p:nvPr>
            <p:ph type="sldNum"/>
          </p:nvPr>
        </p:nvSpPr>
        <p:spPr>
          <a:ln/>
        </p:spPr>
        <p:txBody>
          <a:bodyPr/>
          <a:lstStyle/>
          <a:p>
            <a:fld id="{91073268-87FD-4F09-9D11-99E9F0CCF633}" type="slidenum">
              <a:rPr lang="it-IT" altLang="en-US"/>
              <a:pPr/>
              <a:t>7</a:t>
            </a:fld>
            <a:endParaRPr lang="it-IT" altLang="en-US"/>
          </a:p>
        </p:txBody>
      </p:sp>
      <p:sp>
        <p:nvSpPr>
          <p:cNvPr id="26625" name="Rectangle 1">
            <a:extLst>
              <a:ext uri="{FF2B5EF4-FFF2-40B4-BE49-F238E27FC236}">
                <a16:creationId xmlns:a16="http://schemas.microsoft.com/office/drawing/2014/main" id="{6A845C53-BF50-49AA-2B92-6DDF0474AB72}"/>
              </a:ext>
            </a:extLst>
          </p:cNvPr>
          <p:cNvSpPr txBox="1">
            <a:spLocks noGrp="1" noRot="1" noChangeAspect="1" noChangeArrowheads="1"/>
          </p:cNvSpPr>
          <p:nvPr>
            <p:ph type="sldImg"/>
          </p:nvPr>
        </p:nvSpPr>
        <p:spPr bwMode="auto">
          <a:xfrm>
            <a:off x="720725" y="900113"/>
            <a:ext cx="6119813"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6" name="Rectangle 2">
            <a:extLst>
              <a:ext uri="{FF2B5EF4-FFF2-40B4-BE49-F238E27FC236}">
                <a16:creationId xmlns:a16="http://schemas.microsoft.com/office/drawing/2014/main" id="{418F5915-2667-5EC1-2253-E8363C794ADC}"/>
              </a:ext>
            </a:extLst>
          </p:cNvPr>
          <p:cNvSpPr txBox="1">
            <a:spLocks noGrp="1"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2E9FF058-08E2-2629-0E8B-F0FA49973EA0}"/>
              </a:ext>
            </a:extLst>
          </p:cNvPr>
          <p:cNvSpPr>
            <a:spLocks noGrp="1" noChangeArrowheads="1"/>
          </p:cNvSpPr>
          <p:nvPr>
            <p:ph type="sldNum"/>
          </p:nvPr>
        </p:nvSpPr>
        <p:spPr>
          <a:ln/>
        </p:spPr>
        <p:txBody>
          <a:bodyPr/>
          <a:lstStyle/>
          <a:p>
            <a:fld id="{E2C81517-3452-49DC-987F-C58FC175C949}" type="slidenum">
              <a:rPr lang="it-IT" altLang="en-US"/>
              <a:pPr/>
              <a:t>8</a:t>
            </a:fld>
            <a:endParaRPr lang="it-IT" altLang="en-US"/>
          </a:p>
        </p:txBody>
      </p:sp>
      <p:sp>
        <p:nvSpPr>
          <p:cNvPr id="27649" name="Rectangle 1">
            <a:extLst>
              <a:ext uri="{FF2B5EF4-FFF2-40B4-BE49-F238E27FC236}">
                <a16:creationId xmlns:a16="http://schemas.microsoft.com/office/drawing/2014/main" id="{E245997F-17E1-4581-1DAB-6E60C3163C47}"/>
              </a:ext>
            </a:extLst>
          </p:cNvPr>
          <p:cNvSpPr txBox="1">
            <a:spLocks noGrp="1" noRot="1" noChangeAspect="1" noChangeArrowheads="1"/>
          </p:cNvSpPr>
          <p:nvPr>
            <p:ph type="sldImg"/>
          </p:nvPr>
        </p:nvSpPr>
        <p:spPr bwMode="auto">
          <a:xfrm>
            <a:off x="720725" y="900113"/>
            <a:ext cx="6119813"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0" name="Rectangle 2">
            <a:extLst>
              <a:ext uri="{FF2B5EF4-FFF2-40B4-BE49-F238E27FC236}">
                <a16:creationId xmlns:a16="http://schemas.microsoft.com/office/drawing/2014/main" id="{4BE79F8A-2CA9-3B88-C6D9-97382EA2FF12}"/>
              </a:ext>
            </a:extLst>
          </p:cNvPr>
          <p:cNvSpPr txBox="1">
            <a:spLocks noGrp="1"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116FC6E2-C748-64D3-92D2-686E5CB6F2BC}"/>
              </a:ext>
            </a:extLst>
          </p:cNvPr>
          <p:cNvSpPr>
            <a:spLocks noGrp="1" noChangeArrowheads="1"/>
          </p:cNvSpPr>
          <p:nvPr>
            <p:ph type="sldNum"/>
          </p:nvPr>
        </p:nvSpPr>
        <p:spPr>
          <a:ln/>
        </p:spPr>
        <p:txBody>
          <a:bodyPr/>
          <a:lstStyle/>
          <a:p>
            <a:fld id="{55E1C786-B837-4EB9-8759-15FB7ADDC4F6}" type="slidenum">
              <a:rPr lang="it-IT" altLang="en-US"/>
              <a:pPr/>
              <a:t>9</a:t>
            </a:fld>
            <a:endParaRPr lang="it-IT" altLang="en-US"/>
          </a:p>
        </p:txBody>
      </p:sp>
      <p:sp>
        <p:nvSpPr>
          <p:cNvPr id="28673" name="Rectangle 1">
            <a:extLst>
              <a:ext uri="{FF2B5EF4-FFF2-40B4-BE49-F238E27FC236}">
                <a16:creationId xmlns:a16="http://schemas.microsoft.com/office/drawing/2014/main" id="{2DA730F3-B4C2-C673-61A8-DF1B2A0F165A}"/>
              </a:ext>
            </a:extLst>
          </p:cNvPr>
          <p:cNvSpPr txBox="1">
            <a:spLocks noGrp="1" noRot="1" noChangeAspect="1" noChangeArrowheads="1"/>
          </p:cNvSpPr>
          <p:nvPr>
            <p:ph type="sldImg"/>
          </p:nvPr>
        </p:nvSpPr>
        <p:spPr bwMode="auto">
          <a:xfrm>
            <a:off x="720725" y="900113"/>
            <a:ext cx="6119813"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674" name="Rectangle 2">
            <a:extLst>
              <a:ext uri="{FF2B5EF4-FFF2-40B4-BE49-F238E27FC236}">
                <a16:creationId xmlns:a16="http://schemas.microsoft.com/office/drawing/2014/main" id="{E3B0CC86-E543-86B7-A0C2-906BD37846FF}"/>
              </a:ext>
            </a:extLst>
          </p:cNvPr>
          <p:cNvSpPr txBox="1">
            <a:spLocks noGrp="1"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708E06F-C45B-1A96-C9EF-DF9513B8272D}"/>
              </a:ext>
            </a:extLst>
          </p:cNvPr>
          <p:cNvSpPr>
            <a:spLocks noGrp="1" noChangeArrowheads="1"/>
          </p:cNvSpPr>
          <p:nvPr>
            <p:ph type="sldNum"/>
          </p:nvPr>
        </p:nvSpPr>
        <p:spPr>
          <a:ln/>
        </p:spPr>
        <p:txBody>
          <a:bodyPr/>
          <a:lstStyle/>
          <a:p>
            <a:fld id="{60D1BDAF-2DF7-4FDF-AC8B-702C5BFB7FCE}" type="slidenum">
              <a:rPr lang="it-IT" altLang="en-US"/>
              <a:pPr/>
              <a:t>10</a:t>
            </a:fld>
            <a:endParaRPr lang="it-IT" altLang="en-US"/>
          </a:p>
        </p:txBody>
      </p:sp>
      <p:sp>
        <p:nvSpPr>
          <p:cNvPr id="29697" name="Rectangle 1">
            <a:extLst>
              <a:ext uri="{FF2B5EF4-FFF2-40B4-BE49-F238E27FC236}">
                <a16:creationId xmlns:a16="http://schemas.microsoft.com/office/drawing/2014/main" id="{0F5D2EA7-6A00-4C1F-88EE-A120DD13663C}"/>
              </a:ext>
            </a:extLst>
          </p:cNvPr>
          <p:cNvSpPr txBox="1">
            <a:spLocks noGrp="1" noRot="1" noChangeAspect="1" noChangeArrowheads="1"/>
          </p:cNvSpPr>
          <p:nvPr>
            <p:ph type="sldImg"/>
          </p:nvPr>
        </p:nvSpPr>
        <p:spPr bwMode="auto">
          <a:xfrm>
            <a:off x="720725" y="900113"/>
            <a:ext cx="6119813"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9698" name="Rectangle 2">
            <a:extLst>
              <a:ext uri="{FF2B5EF4-FFF2-40B4-BE49-F238E27FC236}">
                <a16:creationId xmlns:a16="http://schemas.microsoft.com/office/drawing/2014/main" id="{9E072809-DBA9-97A5-E476-FCD5EDB0A73B}"/>
              </a:ext>
            </a:extLst>
          </p:cNvPr>
          <p:cNvSpPr txBox="1">
            <a:spLocks noGrp="1"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9105322C-C728-D5CD-F2D9-F6C026B48CF7}"/>
              </a:ext>
            </a:extLst>
          </p:cNvPr>
          <p:cNvSpPr>
            <a:spLocks noGrp="1" noChangeArrowheads="1"/>
          </p:cNvSpPr>
          <p:nvPr>
            <p:ph type="sldNum"/>
          </p:nvPr>
        </p:nvSpPr>
        <p:spPr>
          <a:ln/>
        </p:spPr>
        <p:txBody>
          <a:bodyPr/>
          <a:lstStyle/>
          <a:p>
            <a:fld id="{944E610B-5369-4D2C-AB5B-FEBA3E3CDB82}" type="slidenum">
              <a:rPr lang="it-IT" altLang="en-US"/>
              <a:pPr/>
              <a:t>11</a:t>
            </a:fld>
            <a:endParaRPr lang="it-IT" altLang="en-US"/>
          </a:p>
        </p:txBody>
      </p:sp>
      <p:sp>
        <p:nvSpPr>
          <p:cNvPr id="30721" name="Rectangle 1">
            <a:extLst>
              <a:ext uri="{FF2B5EF4-FFF2-40B4-BE49-F238E27FC236}">
                <a16:creationId xmlns:a16="http://schemas.microsoft.com/office/drawing/2014/main" id="{5179149D-EAF7-F36E-DEEE-CDC1056C028E}"/>
              </a:ext>
            </a:extLst>
          </p:cNvPr>
          <p:cNvSpPr txBox="1">
            <a:spLocks noGrp="1" noRot="1" noChangeAspect="1" noChangeArrowheads="1"/>
          </p:cNvSpPr>
          <p:nvPr>
            <p:ph type="sldImg"/>
          </p:nvPr>
        </p:nvSpPr>
        <p:spPr bwMode="auto">
          <a:xfrm>
            <a:off x="720725" y="900113"/>
            <a:ext cx="6119813"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2" name="Rectangle 2">
            <a:extLst>
              <a:ext uri="{FF2B5EF4-FFF2-40B4-BE49-F238E27FC236}">
                <a16:creationId xmlns:a16="http://schemas.microsoft.com/office/drawing/2014/main" id="{A17300AC-C0FC-D4C6-2CA3-5B412913DC69}"/>
              </a:ext>
            </a:extLst>
          </p:cNvPr>
          <p:cNvSpPr txBox="1">
            <a:spLocks noGrp="1"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477AB3AF-549D-2C15-096A-C3F21A9E6D3B}"/>
              </a:ext>
            </a:extLst>
          </p:cNvPr>
          <p:cNvSpPr>
            <a:spLocks noGrp="1" noChangeArrowheads="1"/>
          </p:cNvSpPr>
          <p:nvPr>
            <p:ph type="sldNum"/>
          </p:nvPr>
        </p:nvSpPr>
        <p:spPr>
          <a:ln/>
        </p:spPr>
        <p:txBody>
          <a:bodyPr/>
          <a:lstStyle/>
          <a:p>
            <a:fld id="{8162A49C-98F3-4030-B470-B9898130163B}" type="slidenum">
              <a:rPr lang="it-IT" altLang="en-US"/>
              <a:pPr/>
              <a:t>12</a:t>
            </a:fld>
            <a:endParaRPr lang="it-IT" altLang="en-US"/>
          </a:p>
        </p:txBody>
      </p:sp>
      <p:sp>
        <p:nvSpPr>
          <p:cNvPr id="31745" name="Rectangle 1">
            <a:extLst>
              <a:ext uri="{FF2B5EF4-FFF2-40B4-BE49-F238E27FC236}">
                <a16:creationId xmlns:a16="http://schemas.microsoft.com/office/drawing/2014/main" id="{500BF9E7-D12D-7D87-F3B4-0F01259F51B7}"/>
              </a:ext>
            </a:extLst>
          </p:cNvPr>
          <p:cNvSpPr txBox="1">
            <a:spLocks noGrp="1" noRot="1" noChangeAspect="1" noChangeArrowheads="1"/>
          </p:cNvSpPr>
          <p:nvPr>
            <p:ph type="sldImg"/>
          </p:nvPr>
        </p:nvSpPr>
        <p:spPr bwMode="auto">
          <a:xfrm>
            <a:off x="720725" y="900113"/>
            <a:ext cx="6119813"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6" name="Rectangle 2">
            <a:extLst>
              <a:ext uri="{FF2B5EF4-FFF2-40B4-BE49-F238E27FC236}">
                <a16:creationId xmlns:a16="http://schemas.microsoft.com/office/drawing/2014/main" id="{7B956290-455F-77BB-8DEE-432296BC1C07}"/>
              </a:ext>
            </a:extLst>
          </p:cNvPr>
          <p:cNvSpPr txBox="1">
            <a:spLocks noGrp="1"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BD097D19-D476-41A6-5EA9-BE5EDC2F0EDE}"/>
              </a:ext>
            </a:extLst>
          </p:cNvPr>
          <p:cNvSpPr>
            <a:spLocks noGrp="1" noChangeArrowheads="1"/>
          </p:cNvSpPr>
          <p:nvPr>
            <p:ph type="sldNum"/>
          </p:nvPr>
        </p:nvSpPr>
        <p:spPr>
          <a:ln/>
        </p:spPr>
        <p:txBody>
          <a:bodyPr/>
          <a:lstStyle/>
          <a:p>
            <a:fld id="{0D4FE5DD-80F8-46F8-97FD-9D8BF445C893}" type="slidenum">
              <a:rPr lang="it-IT" altLang="en-US"/>
              <a:pPr/>
              <a:t>13</a:t>
            </a:fld>
            <a:endParaRPr lang="it-IT" altLang="en-US"/>
          </a:p>
        </p:txBody>
      </p:sp>
      <p:sp>
        <p:nvSpPr>
          <p:cNvPr id="32769" name="Rectangle 1">
            <a:extLst>
              <a:ext uri="{FF2B5EF4-FFF2-40B4-BE49-F238E27FC236}">
                <a16:creationId xmlns:a16="http://schemas.microsoft.com/office/drawing/2014/main" id="{A34F8B3E-9D47-B5F5-CD6A-0BABD8D14B72}"/>
              </a:ext>
            </a:extLst>
          </p:cNvPr>
          <p:cNvSpPr txBox="1">
            <a:spLocks noGrp="1" noRot="1" noChangeAspect="1" noChangeArrowheads="1"/>
          </p:cNvSpPr>
          <p:nvPr>
            <p:ph type="sldImg"/>
          </p:nvPr>
        </p:nvSpPr>
        <p:spPr bwMode="auto">
          <a:xfrm>
            <a:off x="720725" y="900113"/>
            <a:ext cx="6119813"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2770" name="Rectangle 2">
            <a:extLst>
              <a:ext uri="{FF2B5EF4-FFF2-40B4-BE49-F238E27FC236}">
                <a16:creationId xmlns:a16="http://schemas.microsoft.com/office/drawing/2014/main" id="{D28320FE-214A-0F6E-A876-2848CB3A68B1}"/>
              </a:ext>
            </a:extLst>
          </p:cNvPr>
          <p:cNvSpPr txBox="1">
            <a:spLocks noGrp="1"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EBCF7A1B-3C58-D3F3-AA36-D8BF015652FF}"/>
              </a:ext>
            </a:extLst>
          </p:cNvPr>
          <p:cNvSpPr>
            <a:spLocks noGrp="1" noChangeArrowheads="1"/>
          </p:cNvSpPr>
          <p:nvPr>
            <p:ph type="sldNum"/>
          </p:nvPr>
        </p:nvSpPr>
        <p:spPr>
          <a:ln/>
        </p:spPr>
        <p:txBody>
          <a:bodyPr/>
          <a:lstStyle/>
          <a:p>
            <a:fld id="{9690DAAA-68F2-4946-82A9-AD83014BD708}" type="slidenum">
              <a:rPr lang="it-IT" altLang="en-US"/>
              <a:pPr/>
              <a:t>14</a:t>
            </a:fld>
            <a:endParaRPr lang="it-IT" altLang="en-US"/>
          </a:p>
        </p:txBody>
      </p:sp>
      <p:sp>
        <p:nvSpPr>
          <p:cNvPr id="33793" name="Rectangle 1">
            <a:extLst>
              <a:ext uri="{FF2B5EF4-FFF2-40B4-BE49-F238E27FC236}">
                <a16:creationId xmlns:a16="http://schemas.microsoft.com/office/drawing/2014/main" id="{D233E7A2-970C-2AE8-A0D6-D5F4081C8BB1}"/>
              </a:ext>
            </a:extLst>
          </p:cNvPr>
          <p:cNvSpPr txBox="1">
            <a:spLocks noGrp="1" noRot="1" noChangeAspect="1" noChangeArrowheads="1"/>
          </p:cNvSpPr>
          <p:nvPr>
            <p:ph type="sldImg"/>
          </p:nvPr>
        </p:nvSpPr>
        <p:spPr bwMode="auto">
          <a:xfrm>
            <a:off x="720725" y="900113"/>
            <a:ext cx="6119813"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4" name="Rectangle 2">
            <a:extLst>
              <a:ext uri="{FF2B5EF4-FFF2-40B4-BE49-F238E27FC236}">
                <a16:creationId xmlns:a16="http://schemas.microsoft.com/office/drawing/2014/main" id="{12F3A75A-9434-EF15-9E7C-D173BADA6814}"/>
              </a:ext>
            </a:extLst>
          </p:cNvPr>
          <p:cNvSpPr txBox="1">
            <a:spLocks noGrp="1"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9AFCC-C76D-99CE-6060-6AFAE18E4F06}"/>
              </a:ext>
            </a:extLst>
          </p:cNvPr>
          <p:cNvSpPr>
            <a:spLocks noGrp="1"/>
          </p:cNvSpPr>
          <p:nvPr>
            <p:ph type="ctrTitle"/>
          </p:nvPr>
        </p:nvSpPr>
        <p:spPr>
          <a:xfrm>
            <a:off x="1260475" y="928688"/>
            <a:ext cx="7559675" cy="1973262"/>
          </a:xfrm>
        </p:spPr>
        <p:txBody>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E3AA53C-E779-1D06-DAF4-959327731EEE}"/>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BCA069-FD47-D993-469F-D2C9E65C3D3F}"/>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0C07E5C4-F6E9-C7A1-C0A7-3CA4CAA3A3ED}"/>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FF2F9355-5A24-1609-872C-F00C82408A81}"/>
              </a:ext>
            </a:extLst>
          </p:cNvPr>
          <p:cNvSpPr>
            <a:spLocks noGrp="1"/>
          </p:cNvSpPr>
          <p:nvPr>
            <p:ph type="sldNum" idx="12"/>
          </p:nvPr>
        </p:nvSpPr>
        <p:spPr/>
        <p:txBody>
          <a:bodyPr/>
          <a:lstStyle>
            <a:lvl1pPr>
              <a:defRPr/>
            </a:lvl1pPr>
          </a:lstStyle>
          <a:p>
            <a:fld id="{09F53DB3-F246-4983-AD65-F1F68116165B}" type="slidenum">
              <a:rPr lang="it-IT" altLang="en-US"/>
              <a:pPr/>
              <a:t>‹N›</a:t>
            </a:fld>
            <a:endParaRPr lang="it-IT" altLang="en-US"/>
          </a:p>
        </p:txBody>
      </p:sp>
    </p:spTree>
    <p:extLst>
      <p:ext uri="{BB962C8B-B14F-4D97-AF65-F5344CB8AC3E}">
        <p14:creationId xmlns:p14="http://schemas.microsoft.com/office/powerpoint/2010/main" val="3943089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DC9A7-D8F8-4674-CDB4-B5AAB435B0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A88B85-C1F9-7F0C-2C20-874BC7A844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9A29F-EEC0-E491-A547-7A0DCED7817F}"/>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8F1EFD42-7D1C-60D2-7418-913381B56A6E}"/>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98E7C30D-1309-E706-C3AC-B8C680021822}"/>
              </a:ext>
            </a:extLst>
          </p:cNvPr>
          <p:cNvSpPr>
            <a:spLocks noGrp="1"/>
          </p:cNvSpPr>
          <p:nvPr>
            <p:ph type="sldNum" idx="12"/>
          </p:nvPr>
        </p:nvSpPr>
        <p:spPr/>
        <p:txBody>
          <a:bodyPr/>
          <a:lstStyle>
            <a:lvl1pPr>
              <a:defRPr/>
            </a:lvl1pPr>
          </a:lstStyle>
          <a:p>
            <a:fld id="{F5296DC2-5DE6-46DB-AC5C-C4C479713011}" type="slidenum">
              <a:rPr lang="it-IT" altLang="en-US"/>
              <a:pPr/>
              <a:t>‹N›</a:t>
            </a:fld>
            <a:endParaRPr lang="it-IT" altLang="en-US"/>
          </a:p>
        </p:txBody>
      </p:sp>
    </p:spTree>
    <p:extLst>
      <p:ext uri="{BB962C8B-B14F-4D97-AF65-F5344CB8AC3E}">
        <p14:creationId xmlns:p14="http://schemas.microsoft.com/office/powerpoint/2010/main" val="762108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7CA41-EB19-0CFF-9524-80C8172D8DFB}"/>
              </a:ext>
            </a:extLst>
          </p:cNvPr>
          <p:cNvSpPr>
            <a:spLocks noGrp="1"/>
          </p:cNvSpPr>
          <p:nvPr>
            <p:ph type="title"/>
          </p:nvPr>
        </p:nvSpPr>
        <p:spPr>
          <a:xfrm>
            <a:off x="687388" y="1414463"/>
            <a:ext cx="8694737" cy="23574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072CF3-8700-A038-4E39-2C1ADAC6224A}"/>
              </a:ext>
            </a:extLst>
          </p:cNvPr>
          <p:cNvSpPr>
            <a:spLocks noGrp="1"/>
          </p:cNvSpPr>
          <p:nvPr>
            <p:ph type="body" idx="1"/>
          </p:nvPr>
        </p:nvSpPr>
        <p:spPr>
          <a:xfrm>
            <a:off x="687388" y="3794125"/>
            <a:ext cx="8694737" cy="1241425"/>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FBC44E89-979F-4E33-88DC-33EED9B14C36}"/>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7DF6D497-B686-DDDB-F8B8-9420970EDD6F}"/>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4958C23D-57E6-9149-2E75-6282F7E10EB5}"/>
              </a:ext>
            </a:extLst>
          </p:cNvPr>
          <p:cNvSpPr>
            <a:spLocks noGrp="1"/>
          </p:cNvSpPr>
          <p:nvPr>
            <p:ph type="sldNum" idx="12"/>
          </p:nvPr>
        </p:nvSpPr>
        <p:spPr/>
        <p:txBody>
          <a:bodyPr/>
          <a:lstStyle>
            <a:lvl1pPr>
              <a:defRPr/>
            </a:lvl1pPr>
          </a:lstStyle>
          <a:p>
            <a:fld id="{97025585-BDDE-41B6-8021-C4EDBD24734B}" type="slidenum">
              <a:rPr lang="it-IT" altLang="en-US"/>
              <a:pPr/>
              <a:t>‹N›</a:t>
            </a:fld>
            <a:endParaRPr lang="it-IT" altLang="en-US"/>
          </a:p>
        </p:txBody>
      </p:sp>
    </p:spTree>
    <p:extLst>
      <p:ext uri="{BB962C8B-B14F-4D97-AF65-F5344CB8AC3E}">
        <p14:creationId xmlns:p14="http://schemas.microsoft.com/office/powerpoint/2010/main" val="1612136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5611F-6577-DC7C-E97C-95BCE12DB6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E10988-9AEA-5DA2-9F41-525E2B410019}"/>
              </a:ext>
            </a:extLst>
          </p:cNvPr>
          <p:cNvSpPr>
            <a:spLocks noGrp="1"/>
          </p:cNvSpPr>
          <p:nvPr>
            <p:ph sz="half" idx="1"/>
          </p:nvPr>
        </p:nvSpPr>
        <p:spPr>
          <a:xfrm>
            <a:off x="503238" y="3870325"/>
            <a:ext cx="4459287" cy="116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EA0E7E-553D-8F98-E680-AB312131DED4}"/>
              </a:ext>
            </a:extLst>
          </p:cNvPr>
          <p:cNvSpPr>
            <a:spLocks noGrp="1"/>
          </p:cNvSpPr>
          <p:nvPr>
            <p:ph sz="half" idx="2"/>
          </p:nvPr>
        </p:nvSpPr>
        <p:spPr>
          <a:xfrm>
            <a:off x="5114925" y="3870325"/>
            <a:ext cx="4459288" cy="116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DE31CC-ABAB-8D03-7259-96734E59EA5B}"/>
              </a:ext>
            </a:extLst>
          </p:cNvPr>
          <p:cNvSpPr>
            <a:spLocks noGrp="1"/>
          </p:cNvSpPr>
          <p:nvPr>
            <p:ph type="dt" idx="10"/>
          </p:nvPr>
        </p:nvSpPr>
        <p:spPr/>
        <p:txBody>
          <a:bodyPr/>
          <a:lstStyle>
            <a:lvl1pPr>
              <a:defRPr/>
            </a:lvl1pPr>
          </a:lstStyle>
          <a:p>
            <a:endParaRPr lang="it-IT" altLang="en-US"/>
          </a:p>
        </p:txBody>
      </p:sp>
      <p:sp>
        <p:nvSpPr>
          <p:cNvPr id="6" name="Footer Placeholder 5">
            <a:extLst>
              <a:ext uri="{FF2B5EF4-FFF2-40B4-BE49-F238E27FC236}">
                <a16:creationId xmlns:a16="http://schemas.microsoft.com/office/drawing/2014/main" id="{BD3C71FD-35C4-2454-0F42-FEC8A6F56C1D}"/>
              </a:ext>
            </a:extLst>
          </p:cNvPr>
          <p:cNvSpPr>
            <a:spLocks noGrp="1"/>
          </p:cNvSpPr>
          <p:nvPr>
            <p:ph type="ftr" idx="11"/>
          </p:nvPr>
        </p:nvSpPr>
        <p:spPr/>
        <p:txBody>
          <a:bodyPr/>
          <a:lstStyle>
            <a:lvl1pPr>
              <a:defRPr/>
            </a:lvl1pPr>
          </a:lstStyle>
          <a:p>
            <a:endParaRPr lang="it-IT" altLang="en-US"/>
          </a:p>
        </p:txBody>
      </p:sp>
      <p:sp>
        <p:nvSpPr>
          <p:cNvPr id="7" name="Slide Number Placeholder 6">
            <a:extLst>
              <a:ext uri="{FF2B5EF4-FFF2-40B4-BE49-F238E27FC236}">
                <a16:creationId xmlns:a16="http://schemas.microsoft.com/office/drawing/2014/main" id="{F90A61A0-51BE-D23E-436A-D664230A919D}"/>
              </a:ext>
            </a:extLst>
          </p:cNvPr>
          <p:cNvSpPr>
            <a:spLocks noGrp="1"/>
          </p:cNvSpPr>
          <p:nvPr>
            <p:ph type="sldNum" idx="12"/>
          </p:nvPr>
        </p:nvSpPr>
        <p:spPr/>
        <p:txBody>
          <a:bodyPr/>
          <a:lstStyle>
            <a:lvl1pPr>
              <a:defRPr/>
            </a:lvl1pPr>
          </a:lstStyle>
          <a:p>
            <a:fld id="{9103738D-92DC-4A46-84A3-5D8720157AD0}" type="slidenum">
              <a:rPr lang="it-IT" altLang="en-US"/>
              <a:pPr/>
              <a:t>‹N›</a:t>
            </a:fld>
            <a:endParaRPr lang="it-IT" altLang="en-US"/>
          </a:p>
        </p:txBody>
      </p:sp>
    </p:spTree>
    <p:extLst>
      <p:ext uri="{BB962C8B-B14F-4D97-AF65-F5344CB8AC3E}">
        <p14:creationId xmlns:p14="http://schemas.microsoft.com/office/powerpoint/2010/main" val="213796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A9DAD-6661-2AE5-8671-74A0C82A4C5F}"/>
              </a:ext>
            </a:extLst>
          </p:cNvPr>
          <p:cNvSpPr>
            <a:spLocks noGrp="1"/>
          </p:cNvSpPr>
          <p:nvPr>
            <p:ph type="title"/>
          </p:nvPr>
        </p:nvSpPr>
        <p:spPr>
          <a:xfrm>
            <a:off x="693738" y="301625"/>
            <a:ext cx="8694737" cy="10969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58C138-2944-260D-B748-739C70FB5E0C}"/>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E20738-EAE1-1703-1400-7EDD2B0B19CC}"/>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F0F550-FC9B-C942-53FA-D9004EDD15EA}"/>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F47EF2-0D3C-39B6-BAA4-6FB25D7A3CAD}"/>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2834D1-D1FD-FBE5-1625-C5E4E9ACE7B0}"/>
              </a:ext>
            </a:extLst>
          </p:cNvPr>
          <p:cNvSpPr>
            <a:spLocks noGrp="1"/>
          </p:cNvSpPr>
          <p:nvPr>
            <p:ph type="dt" idx="10"/>
          </p:nvPr>
        </p:nvSpPr>
        <p:spPr/>
        <p:txBody>
          <a:bodyPr/>
          <a:lstStyle>
            <a:lvl1pPr>
              <a:defRPr/>
            </a:lvl1pPr>
          </a:lstStyle>
          <a:p>
            <a:endParaRPr lang="it-IT" altLang="en-US"/>
          </a:p>
        </p:txBody>
      </p:sp>
      <p:sp>
        <p:nvSpPr>
          <p:cNvPr id="8" name="Footer Placeholder 7">
            <a:extLst>
              <a:ext uri="{FF2B5EF4-FFF2-40B4-BE49-F238E27FC236}">
                <a16:creationId xmlns:a16="http://schemas.microsoft.com/office/drawing/2014/main" id="{2E79A054-E4E1-4EF3-0D35-098ECF2336A3}"/>
              </a:ext>
            </a:extLst>
          </p:cNvPr>
          <p:cNvSpPr>
            <a:spLocks noGrp="1"/>
          </p:cNvSpPr>
          <p:nvPr>
            <p:ph type="ftr" idx="11"/>
          </p:nvPr>
        </p:nvSpPr>
        <p:spPr/>
        <p:txBody>
          <a:bodyPr/>
          <a:lstStyle>
            <a:lvl1pPr>
              <a:defRPr/>
            </a:lvl1pPr>
          </a:lstStyle>
          <a:p>
            <a:endParaRPr lang="it-IT" altLang="en-US"/>
          </a:p>
        </p:txBody>
      </p:sp>
      <p:sp>
        <p:nvSpPr>
          <p:cNvPr id="9" name="Slide Number Placeholder 8">
            <a:extLst>
              <a:ext uri="{FF2B5EF4-FFF2-40B4-BE49-F238E27FC236}">
                <a16:creationId xmlns:a16="http://schemas.microsoft.com/office/drawing/2014/main" id="{83DB9D1C-9AE8-04D8-0483-B1DB19D95878}"/>
              </a:ext>
            </a:extLst>
          </p:cNvPr>
          <p:cNvSpPr>
            <a:spLocks noGrp="1"/>
          </p:cNvSpPr>
          <p:nvPr>
            <p:ph type="sldNum" idx="12"/>
          </p:nvPr>
        </p:nvSpPr>
        <p:spPr/>
        <p:txBody>
          <a:bodyPr/>
          <a:lstStyle>
            <a:lvl1pPr>
              <a:defRPr/>
            </a:lvl1pPr>
          </a:lstStyle>
          <a:p>
            <a:fld id="{390B126B-A197-46A6-B3E1-BA3B591FFA0C}" type="slidenum">
              <a:rPr lang="it-IT" altLang="en-US"/>
              <a:pPr/>
              <a:t>‹N›</a:t>
            </a:fld>
            <a:endParaRPr lang="it-IT" altLang="en-US"/>
          </a:p>
        </p:txBody>
      </p:sp>
    </p:spTree>
    <p:extLst>
      <p:ext uri="{BB962C8B-B14F-4D97-AF65-F5344CB8AC3E}">
        <p14:creationId xmlns:p14="http://schemas.microsoft.com/office/powerpoint/2010/main" val="579801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22EBB-6BE9-BAD8-AB77-8FB3D11E30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CECB28-892B-B0CD-EDD4-9719802D18E3}"/>
              </a:ext>
            </a:extLst>
          </p:cNvPr>
          <p:cNvSpPr>
            <a:spLocks noGrp="1"/>
          </p:cNvSpPr>
          <p:nvPr>
            <p:ph type="dt" idx="10"/>
          </p:nvPr>
        </p:nvSpPr>
        <p:spPr/>
        <p:txBody>
          <a:bodyPr/>
          <a:lstStyle>
            <a:lvl1pPr>
              <a:defRPr/>
            </a:lvl1pPr>
          </a:lstStyle>
          <a:p>
            <a:endParaRPr lang="it-IT" altLang="en-US"/>
          </a:p>
        </p:txBody>
      </p:sp>
      <p:sp>
        <p:nvSpPr>
          <p:cNvPr id="4" name="Footer Placeholder 3">
            <a:extLst>
              <a:ext uri="{FF2B5EF4-FFF2-40B4-BE49-F238E27FC236}">
                <a16:creationId xmlns:a16="http://schemas.microsoft.com/office/drawing/2014/main" id="{0FFD02B9-DD3D-5248-071A-5713C8AFFD6C}"/>
              </a:ext>
            </a:extLst>
          </p:cNvPr>
          <p:cNvSpPr>
            <a:spLocks noGrp="1"/>
          </p:cNvSpPr>
          <p:nvPr>
            <p:ph type="ftr" idx="11"/>
          </p:nvPr>
        </p:nvSpPr>
        <p:spPr/>
        <p:txBody>
          <a:bodyPr/>
          <a:lstStyle>
            <a:lvl1pPr>
              <a:defRPr/>
            </a:lvl1pPr>
          </a:lstStyle>
          <a:p>
            <a:endParaRPr lang="it-IT" altLang="en-US"/>
          </a:p>
        </p:txBody>
      </p:sp>
      <p:sp>
        <p:nvSpPr>
          <p:cNvPr id="5" name="Slide Number Placeholder 4">
            <a:extLst>
              <a:ext uri="{FF2B5EF4-FFF2-40B4-BE49-F238E27FC236}">
                <a16:creationId xmlns:a16="http://schemas.microsoft.com/office/drawing/2014/main" id="{49CB1F1B-9391-4087-F44A-BCEA26236E69}"/>
              </a:ext>
            </a:extLst>
          </p:cNvPr>
          <p:cNvSpPr>
            <a:spLocks noGrp="1"/>
          </p:cNvSpPr>
          <p:nvPr>
            <p:ph type="sldNum" idx="12"/>
          </p:nvPr>
        </p:nvSpPr>
        <p:spPr/>
        <p:txBody>
          <a:bodyPr/>
          <a:lstStyle>
            <a:lvl1pPr>
              <a:defRPr/>
            </a:lvl1pPr>
          </a:lstStyle>
          <a:p>
            <a:fld id="{FAA9773E-D694-4474-85EC-1AD0CD423590}" type="slidenum">
              <a:rPr lang="it-IT" altLang="en-US"/>
              <a:pPr/>
              <a:t>‹N›</a:t>
            </a:fld>
            <a:endParaRPr lang="it-IT" altLang="en-US"/>
          </a:p>
        </p:txBody>
      </p:sp>
    </p:spTree>
    <p:extLst>
      <p:ext uri="{BB962C8B-B14F-4D97-AF65-F5344CB8AC3E}">
        <p14:creationId xmlns:p14="http://schemas.microsoft.com/office/powerpoint/2010/main" val="3992354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899E09-6462-0F00-E249-7B2094927032}"/>
              </a:ext>
            </a:extLst>
          </p:cNvPr>
          <p:cNvSpPr>
            <a:spLocks noGrp="1"/>
          </p:cNvSpPr>
          <p:nvPr>
            <p:ph type="dt" idx="10"/>
          </p:nvPr>
        </p:nvSpPr>
        <p:spPr/>
        <p:txBody>
          <a:bodyPr/>
          <a:lstStyle>
            <a:lvl1pPr>
              <a:defRPr/>
            </a:lvl1pPr>
          </a:lstStyle>
          <a:p>
            <a:endParaRPr lang="it-IT" altLang="en-US"/>
          </a:p>
        </p:txBody>
      </p:sp>
      <p:sp>
        <p:nvSpPr>
          <p:cNvPr id="3" name="Footer Placeholder 2">
            <a:extLst>
              <a:ext uri="{FF2B5EF4-FFF2-40B4-BE49-F238E27FC236}">
                <a16:creationId xmlns:a16="http://schemas.microsoft.com/office/drawing/2014/main" id="{F6918F71-3628-001E-AD63-0D3B76D9BA08}"/>
              </a:ext>
            </a:extLst>
          </p:cNvPr>
          <p:cNvSpPr>
            <a:spLocks noGrp="1"/>
          </p:cNvSpPr>
          <p:nvPr>
            <p:ph type="ftr" idx="11"/>
          </p:nvPr>
        </p:nvSpPr>
        <p:spPr/>
        <p:txBody>
          <a:bodyPr/>
          <a:lstStyle>
            <a:lvl1pPr>
              <a:defRPr/>
            </a:lvl1pPr>
          </a:lstStyle>
          <a:p>
            <a:endParaRPr lang="it-IT" altLang="en-US"/>
          </a:p>
        </p:txBody>
      </p:sp>
      <p:sp>
        <p:nvSpPr>
          <p:cNvPr id="4" name="Slide Number Placeholder 3">
            <a:extLst>
              <a:ext uri="{FF2B5EF4-FFF2-40B4-BE49-F238E27FC236}">
                <a16:creationId xmlns:a16="http://schemas.microsoft.com/office/drawing/2014/main" id="{6B3979D2-5A0D-C4F4-BD50-7B44D9DBB432}"/>
              </a:ext>
            </a:extLst>
          </p:cNvPr>
          <p:cNvSpPr>
            <a:spLocks noGrp="1"/>
          </p:cNvSpPr>
          <p:nvPr>
            <p:ph type="sldNum" idx="12"/>
          </p:nvPr>
        </p:nvSpPr>
        <p:spPr/>
        <p:txBody>
          <a:bodyPr/>
          <a:lstStyle>
            <a:lvl1pPr>
              <a:defRPr/>
            </a:lvl1pPr>
          </a:lstStyle>
          <a:p>
            <a:fld id="{D4A9AF18-DFDE-4C63-9CEA-7377F57ABA86}" type="slidenum">
              <a:rPr lang="it-IT" altLang="en-US"/>
              <a:pPr/>
              <a:t>‹N›</a:t>
            </a:fld>
            <a:endParaRPr lang="it-IT" altLang="en-US"/>
          </a:p>
        </p:txBody>
      </p:sp>
    </p:spTree>
    <p:extLst>
      <p:ext uri="{BB962C8B-B14F-4D97-AF65-F5344CB8AC3E}">
        <p14:creationId xmlns:p14="http://schemas.microsoft.com/office/powerpoint/2010/main" val="1578953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533A3-51FE-0667-A27F-B9B625353A65}"/>
              </a:ext>
            </a:extLst>
          </p:cNvPr>
          <p:cNvSpPr>
            <a:spLocks noGrp="1"/>
          </p:cNvSpPr>
          <p:nvPr>
            <p:ph type="title"/>
          </p:nvPr>
        </p:nvSpPr>
        <p:spPr>
          <a:xfrm>
            <a:off x="693738" y="377825"/>
            <a:ext cx="3251200" cy="1323975"/>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09C1BF-E656-9FA1-F86E-F6D75E224A57}"/>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4B75BF-D628-732E-E008-064CEA080A54}"/>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D9C6FC-64F2-9EA1-BCD1-4C407AD72589}"/>
              </a:ext>
            </a:extLst>
          </p:cNvPr>
          <p:cNvSpPr>
            <a:spLocks noGrp="1"/>
          </p:cNvSpPr>
          <p:nvPr>
            <p:ph type="dt" idx="10"/>
          </p:nvPr>
        </p:nvSpPr>
        <p:spPr/>
        <p:txBody>
          <a:bodyPr/>
          <a:lstStyle>
            <a:lvl1pPr>
              <a:defRPr/>
            </a:lvl1pPr>
          </a:lstStyle>
          <a:p>
            <a:endParaRPr lang="it-IT" altLang="en-US"/>
          </a:p>
        </p:txBody>
      </p:sp>
      <p:sp>
        <p:nvSpPr>
          <p:cNvPr id="6" name="Footer Placeholder 5">
            <a:extLst>
              <a:ext uri="{FF2B5EF4-FFF2-40B4-BE49-F238E27FC236}">
                <a16:creationId xmlns:a16="http://schemas.microsoft.com/office/drawing/2014/main" id="{798DEBAF-648F-9B73-056D-D8513710D217}"/>
              </a:ext>
            </a:extLst>
          </p:cNvPr>
          <p:cNvSpPr>
            <a:spLocks noGrp="1"/>
          </p:cNvSpPr>
          <p:nvPr>
            <p:ph type="ftr" idx="11"/>
          </p:nvPr>
        </p:nvSpPr>
        <p:spPr/>
        <p:txBody>
          <a:bodyPr/>
          <a:lstStyle>
            <a:lvl1pPr>
              <a:defRPr/>
            </a:lvl1pPr>
          </a:lstStyle>
          <a:p>
            <a:endParaRPr lang="it-IT" altLang="en-US"/>
          </a:p>
        </p:txBody>
      </p:sp>
      <p:sp>
        <p:nvSpPr>
          <p:cNvPr id="7" name="Slide Number Placeholder 6">
            <a:extLst>
              <a:ext uri="{FF2B5EF4-FFF2-40B4-BE49-F238E27FC236}">
                <a16:creationId xmlns:a16="http://schemas.microsoft.com/office/drawing/2014/main" id="{CB7040E9-9FAD-CEEF-D0EE-EE932E4AABB0}"/>
              </a:ext>
            </a:extLst>
          </p:cNvPr>
          <p:cNvSpPr>
            <a:spLocks noGrp="1"/>
          </p:cNvSpPr>
          <p:nvPr>
            <p:ph type="sldNum" idx="12"/>
          </p:nvPr>
        </p:nvSpPr>
        <p:spPr/>
        <p:txBody>
          <a:bodyPr/>
          <a:lstStyle>
            <a:lvl1pPr>
              <a:defRPr/>
            </a:lvl1pPr>
          </a:lstStyle>
          <a:p>
            <a:fld id="{E19D04A0-C161-41EE-908B-B9D157DB4E2D}" type="slidenum">
              <a:rPr lang="it-IT" altLang="en-US"/>
              <a:pPr/>
              <a:t>‹N›</a:t>
            </a:fld>
            <a:endParaRPr lang="it-IT" altLang="en-US"/>
          </a:p>
        </p:txBody>
      </p:sp>
    </p:spTree>
    <p:extLst>
      <p:ext uri="{BB962C8B-B14F-4D97-AF65-F5344CB8AC3E}">
        <p14:creationId xmlns:p14="http://schemas.microsoft.com/office/powerpoint/2010/main" val="3063935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537D1-8637-EEB8-6BBD-B45016CB733B}"/>
              </a:ext>
            </a:extLst>
          </p:cNvPr>
          <p:cNvSpPr>
            <a:spLocks noGrp="1"/>
          </p:cNvSpPr>
          <p:nvPr>
            <p:ph type="title"/>
          </p:nvPr>
        </p:nvSpPr>
        <p:spPr>
          <a:xfrm>
            <a:off x="693738" y="377825"/>
            <a:ext cx="3251200" cy="1323975"/>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0C6B83-CED7-BAF9-E846-A291AF77BC90}"/>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90D47E-E8AB-4190-A7D4-780358D0CAB5}"/>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00A3BB-45D0-DB2C-3A77-1735193DCCFC}"/>
              </a:ext>
            </a:extLst>
          </p:cNvPr>
          <p:cNvSpPr>
            <a:spLocks noGrp="1"/>
          </p:cNvSpPr>
          <p:nvPr>
            <p:ph type="dt" idx="10"/>
          </p:nvPr>
        </p:nvSpPr>
        <p:spPr/>
        <p:txBody>
          <a:bodyPr/>
          <a:lstStyle>
            <a:lvl1pPr>
              <a:defRPr/>
            </a:lvl1pPr>
          </a:lstStyle>
          <a:p>
            <a:endParaRPr lang="it-IT" altLang="en-US"/>
          </a:p>
        </p:txBody>
      </p:sp>
      <p:sp>
        <p:nvSpPr>
          <p:cNvPr id="6" name="Footer Placeholder 5">
            <a:extLst>
              <a:ext uri="{FF2B5EF4-FFF2-40B4-BE49-F238E27FC236}">
                <a16:creationId xmlns:a16="http://schemas.microsoft.com/office/drawing/2014/main" id="{9F971B4B-C674-DD1E-BCC6-735580C9D898}"/>
              </a:ext>
            </a:extLst>
          </p:cNvPr>
          <p:cNvSpPr>
            <a:spLocks noGrp="1"/>
          </p:cNvSpPr>
          <p:nvPr>
            <p:ph type="ftr" idx="11"/>
          </p:nvPr>
        </p:nvSpPr>
        <p:spPr/>
        <p:txBody>
          <a:bodyPr/>
          <a:lstStyle>
            <a:lvl1pPr>
              <a:defRPr/>
            </a:lvl1pPr>
          </a:lstStyle>
          <a:p>
            <a:endParaRPr lang="it-IT" altLang="en-US"/>
          </a:p>
        </p:txBody>
      </p:sp>
      <p:sp>
        <p:nvSpPr>
          <p:cNvPr id="7" name="Slide Number Placeholder 6">
            <a:extLst>
              <a:ext uri="{FF2B5EF4-FFF2-40B4-BE49-F238E27FC236}">
                <a16:creationId xmlns:a16="http://schemas.microsoft.com/office/drawing/2014/main" id="{9405ED0F-5A4F-8D65-8462-894C94E5991A}"/>
              </a:ext>
            </a:extLst>
          </p:cNvPr>
          <p:cNvSpPr>
            <a:spLocks noGrp="1"/>
          </p:cNvSpPr>
          <p:nvPr>
            <p:ph type="sldNum" idx="12"/>
          </p:nvPr>
        </p:nvSpPr>
        <p:spPr/>
        <p:txBody>
          <a:bodyPr/>
          <a:lstStyle>
            <a:lvl1pPr>
              <a:defRPr/>
            </a:lvl1pPr>
          </a:lstStyle>
          <a:p>
            <a:fld id="{6F6829D7-423A-4B56-A331-C49FA4257FAB}" type="slidenum">
              <a:rPr lang="it-IT" altLang="en-US"/>
              <a:pPr/>
              <a:t>‹N›</a:t>
            </a:fld>
            <a:endParaRPr lang="it-IT" altLang="en-US"/>
          </a:p>
        </p:txBody>
      </p:sp>
    </p:spTree>
    <p:extLst>
      <p:ext uri="{BB962C8B-B14F-4D97-AF65-F5344CB8AC3E}">
        <p14:creationId xmlns:p14="http://schemas.microsoft.com/office/powerpoint/2010/main" val="983593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D3D23-279F-E217-8E86-9E34C97E62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5E2E59-2C07-BDC4-A384-849A0568E6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09E064-950D-3F57-1F97-57ABCB993E20}"/>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32100595-7634-AC3C-54B9-2187EF871F85}"/>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33F45179-9C9A-FDF9-3A30-CE2A2386BDA7}"/>
              </a:ext>
            </a:extLst>
          </p:cNvPr>
          <p:cNvSpPr>
            <a:spLocks noGrp="1"/>
          </p:cNvSpPr>
          <p:nvPr>
            <p:ph type="sldNum" idx="12"/>
          </p:nvPr>
        </p:nvSpPr>
        <p:spPr/>
        <p:txBody>
          <a:bodyPr/>
          <a:lstStyle>
            <a:lvl1pPr>
              <a:defRPr/>
            </a:lvl1pPr>
          </a:lstStyle>
          <a:p>
            <a:fld id="{D8BFCE54-C8F1-4E51-85C3-69132DD233C7}" type="slidenum">
              <a:rPr lang="it-IT" altLang="en-US"/>
              <a:pPr/>
              <a:t>‹N›</a:t>
            </a:fld>
            <a:endParaRPr lang="it-IT" altLang="en-US"/>
          </a:p>
        </p:txBody>
      </p:sp>
    </p:spTree>
    <p:extLst>
      <p:ext uri="{BB962C8B-B14F-4D97-AF65-F5344CB8AC3E}">
        <p14:creationId xmlns:p14="http://schemas.microsoft.com/office/powerpoint/2010/main" val="3140931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05BE92-6BBF-33A5-9D05-B2EF4A2FAB9C}"/>
              </a:ext>
            </a:extLst>
          </p:cNvPr>
          <p:cNvSpPr>
            <a:spLocks noGrp="1"/>
          </p:cNvSpPr>
          <p:nvPr>
            <p:ph type="title" orient="vert"/>
          </p:nvPr>
        </p:nvSpPr>
        <p:spPr>
          <a:xfrm>
            <a:off x="7307263" y="269875"/>
            <a:ext cx="2266950" cy="476885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693F16-73BC-62DE-BD86-487A2D4818E4}"/>
              </a:ext>
            </a:extLst>
          </p:cNvPr>
          <p:cNvSpPr>
            <a:spLocks noGrp="1"/>
          </p:cNvSpPr>
          <p:nvPr>
            <p:ph type="body" orient="vert" idx="1"/>
          </p:nvPr>
        </p:nvSpPr>
        <p:spPr>
          <a:xfrm>
            <a:off x="503238" y="269875"/>
            <a:ext cx="6651625" cy="4768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D813E7-21DA-F42C-A65B-65F3D39E49EC}"/>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4AED9ED0-2EB6-085B-F2A3-3C61B9FA821A}"/>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CD5AEB84-4DFB-9BF7-F02B-3E9F3BE56097}"/>
              </a:ext>
            </a:extLst>
          </p:cNvPr>
          <p:cNvSpPr>
            <a:spLocks noGrp="1"/>
          </p:cNvSpPr>
          <p:nvPr>
            <p:ph type="sldNum" idx="12"/>
          </p:nvPr>
        </p:nvSpPr>
        <p:spPr/>
        <p:txBody>
          <a:bodyPr/>
          <a:lstStyle>
            <a:lvl1pPr>
              <a:defRPr/>
            </a:lvl1pPr>
          </a:lstStyle>
          <a:p>
            <a:fld id="{C860C720-702B-47EC-B6B8-8A67453BB544}" type="slidenum">
              <a:rPr lang="it-IT" altLang="en-US"/>
              <a:pPr/>
              <a:t>‹N›</a:t>
            </a:fld>
            <a:endParaRPr lang="it-IT" altLang="en-US"/>
          </a:p>
        </p:txBody>
      </p:sp>
    </p:spTree>
    <p:extLst>
      <p:ext uri="{BB962C8B-B14F-4D97-AF65-F5344CB8AC3E}">
        <p14:creationId xmlns:p14="http://schemas.microsoft.com/office/powerpoint/2010/main" val="2180688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B658D-C258-3134-D140-AD0AE7B76AB8}"/>
              </a:ext>
            </a:extLst>
          </p:cNvPr>
          <p:cNvSpPr>
            <a:spLocks noGrp="1"/>
          </p:cNvSpPr>
          <p:nvPr>
            <p:ph type="title"/>
          </p:nvPr>
        </p:nvSpPr>
        <p:spPr>
          <a:xfrm>
            <a:off x="503238" y="269875"/>
            <a:ext cx="9070975" cy="32385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CFA9BA66-63E4-90BB-7D30-355B2CE6163F}"/>
              </a:ext>
            </a:extLst>
          </p:cNvPr>
          <p:cNvSpPr>
            <a:spLocks noGrp="1"/>
          </p:cNvSpPr>
          <p:nvPr>
            <p:ph type="dt" idx="10"/>
          </p:nvPr>
        </p:nvSpPr>
        <p:spPr>
          <a:xfrm>
            <a:off x="503238" y="5129213"/>
            <a:ext cx="2338387" cy="447675"/>
          </a:xfrm>
        </p:spPr>
        <p:txBody>
          <a:bodyPr/>
          <a:lstStyle>
            <a:lvl1pPr>
              <a:defRPr/>
            </a:lvl1pPr>
          </a:lstStyle>
          <a:p>
            <a:endParaRPr lang="it-IT" altLang="en-US"/>
          </a:p>
        </p:txBody>
      </p:sp>
      <p:sp>
        <p:nvSpPr>
          <p:cNvPr id="4" name="Footer Placeholder 3">
            <a:extLst>
              <a:ext uri="{FF2B5EF4-FFF2-40B4-BE49-F238E27FC236}">
                <a16:creationId xmlns:a16="http://schemas.microsoft.com/office/drawing/2014/main" id="{AC5BD280-1DC9-0FBD-E810-51744033973F}"/>
              </a:ext>
            </a:extLst>
          </p:cNvPr>
          <p:cNvSpPr>
            <a:spLocks noGrp="1"/>
          </p:cNvSpPr>
          <p:nvPr>
            <p:ph type="ftr" idx="11"/>
          </p:nvPr>
        </p:nvSpPr>
        <p:spPr>
          <a:xfrm>
            <a:off x="3419475" y="5129213"/>
            <a:ext cx="3238500" cy="447675"/>
          </a:xfrm>
        </p:spPr>
        <p:txBody>
          <a:bodyPr/>
          <a:lstStyle>
            <a:lvl1pPr>
              <a:defRPr/>
            </a:lvl1pPr>
          </a:lstStyle>
          <a:p>
            <a:endParaRPr lang="it-IT" altLang="en-US"/>
          </a:p>
        </p:txBody>
      </p:sp>
      <p:sp>
        <p:nvSpPr>
          <p:cNvPr id="5" name="Slide Number Placeholder 4">
            <a:extLst>
              <a:ext uri="{FF2B5EF4-FFF2-40B4-BE49-F238E27FC236}">
                <a16:creationId xmlns:a16="http://schemas.microsoft.com/office/drawing/2014/main" id="{53941801-BA2F-1398-E518-C739C05B894C}"/>
              </a:ext>
            </a:extLst>
          </p:cNvPr>
          <p:cNvSpPr>
            <a:spLocks noGrp="1"/>
          </p:cNvSpPr>
          <p:nvPr>
            <p:ph type="sldNum" idx="12"/>
          </p:nvPr>
        </p:nvSpPr>
        <p:spPr>
          <a:xfrm>
            <a:off x="7235825" y="5129213"/>
            <a:ext cx="2338388" cy="447675"/>
          </a:xfrm>
        </p:spPr>
        <p:txBody>
          <a:bodyPr/>
          <a:lstStyle>
            <a:lvl1pPr>
              <a:defRPr/>
            </a:lvl1pPr>
          </a:lstStyle>
          <a:p>
            <a:fld id="{958BC7AE-BEAF-4EE2-A1CF-6B825D8BE534}" type="slidenum">
              <a:rPr lang="it-IT" altLang="en-US"/>
              <a:pPr/>
              <a:t>‹N›</a:t>
            </a:fld>
            <a:endParaRPr lang="it-IT" altLang="en-US"/>
          </a:p>
        </p:txBody>
      </p:sp>
    </p:spTree>
    <p:extLst>
      <p:ext uri="{BB962C8B-B14F-4D97-AF65-F5344CB8AC3E}">
        <p14:creationId xmlns:p14="http://schemas.microsoft.com/office/powerpoint/2010/main" val="24235059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5646C-D1B9-0C89-703D-E10B077E4645}"/>
              </a:ext>
            </a:extLst>
          </p:cNvPr>
          <p:cNvSpPr>
            <a:spLocks noGrp="1"/>
          </p:cNvSpPr>
          <p:nvPr>
            <p:ph type="ctrTitle"/>
          </p:nvPr>
        </p:nvSpPr>
        <p:spPr>
          <a:xfrm>
            <a:off x="1260475" y="928688"/>
            <a:ext cx="7559675" cy="1973262"/>
          </a:xfrm>
        </p:spPr>
        <p:txBody>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7DF38B-72C3-A638-3FF0-3D1C2A18B4A9}"/>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7AFDFA-4F4E-5F14-50A4-60202D0D0267}"/>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74DE08E2-BFB5-CBAC-B131-FA753C4C2F8E}"/>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05D998CA-9641-7833-2D5A-35E768ADFBBB}"/>
              </a:ext>
            </a:extLst>
          </p:cNvPr>
          <p:cNvSpPr>
            <a:spLocks noGrp="1"/>
          </p:cNvSpPr>
          <p:nvPr>
            <p:ph type="sldNum" idx="12"/>
          </p:nvPr>
        </p:nvSpPr>
        <p:spPr/>
        <p:txBody>
          <a:bodyPr/>
          <a:lstStyle>
            <a:lvl1pPr>
              <a:defRPr/>
            </a:lvl1pPr>
          </a:lstStyle>
          <a:p>
            <a:fld id="{63766F37-1905-4D01-9499-74BA5A506C58}" type="slidenum">
              <a:rPr lang="it-IT" altLang="en-US"/>
              <a:pPr/>
              <a:t>‹N›</a:t>
            </a:fld>
            <a:endParaRPr lang="it-IT" altLang="en-US"/>
          </a:p>
        </p:txBody>
      </p:sp>
    </p:spTree>
    <p:extLst>
      <p:ext uri="{BB962C8B-B14F-4D97-AF65-F5344CB8AC3E}">
        <p14:creationId xmlns:p14="http://schemas.microsoft.com/office/powerpoint/2010/main" val="37837804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97376-8A90-4884-3716-B8AB85AB6D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5ABEBF-CA79-B0C1-7D79-537F5412E3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DDF2B2-BC88-FD84-F858-A7296F005EAF}"/>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4A394E86-7319-041E-3E66-3770789F1706}"/>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FAC8A630-44D3-49C4-8CA1-AEA6BE3B5A97}"/>
              </a:ext>
            </a:extLst>
          </p:cNvPr>
          <p:cNvSpPr>
            <a:spLocks noGrp="1"/>
          </p:cNvSpPr>
          <p:nvPr>
            <p:ph type="sldNum" idx="12"/>
          </p:nvPr>
        </p:nvSpPr>
        <p:spPr/>
        <p:txBody>
          <a:bodyPr/>
          <a:lstStyle>
            <a:lvl1pPr>
              <a:defRPr/>
            </a:lvl1pPr>
          </a:lstStyle>
          <a:p>
            <a:fld id="{AF487DEB-D49F-4083-8685-B71830EB79D6}" type="slidenum">
              <a:rPr lang="it-IT" altLang="en-US"/>
              <a:pPr/>
              <a:t>‹N›</a:t>
            </a:fld>
            <a:endParaRPr lang="it-IT" altLang="en-US"/>
          </a:p>
        </p:txBody>
      </p:sp>
    </p:spTree>
    <p:extLst>
      <p:ext uri="{BB962C8B-B14F-4D97-AF65-F5344CB8AC3E}">
        <p14:creationId xmlns:p14="http://schemas.microsoft.com/office/powerpoint/2010/main" val="2549248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9F210-672F-9B80-E8FD-5A2A953B9F67}"/>
              </a:ext>
            </a:extLst>
          </p:cNvPr>
          <p:cNvSpPr>
            <a:spLocks noGrp="1"/>
          </p:cNvSpPr>
          <p:nvPr>
            <p:ph type="title"/>
          </p:nvPr>
        </p:nvSpPr>
        <p:spPr>
          <a:xfrm>
            <a:off x="687388" y="1414463"/>
            <a:ext cx="8694737" cy="23574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5F22ED-9422-6D98-541B-6EDADB1EE99A}"/>
              </a:ext>
            </a:extLst>
          </p:cNvPr>
          <p:cNvSpPr>
            <a:spLocks noGrp="1"/>
          </p:cNvSpPr>
          <p:nvPr>
            <p:ph type="body" idx="1"/>
          </p:nvPr>
        </p:nvSpPr>
        <p:spPr>
          <a:xfrm>
            <a:off x="687388" y="3794125"/>
            <a:ext cx="8694737" cy="1241425"/>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2A923547-D470-6217-0EE4-95DE7C2C576C}"/>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00EEA7F3-1AA8-9605-C672-09DE50DDFF00}"/>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AE0524A6-411D-F395-F2F5-BC835E137A4A}"/>
              </a:ext>
            </a:extLst>
          </p:cNvPr>
          <p:cNvSpPr>
            <a:spLocks noGrp="1"/>
          </p:cNvSpPr>
          <p:nvPr>
            <p:ph type="sldNum" idx="12"/>
          </p:nvPr>
        </p:nvSpPr>
        <p:spPr/>
        <p:txBody>
          <a:bodyPr/>
          <a:lstStyle>
            <a:lvl1pPr>
              <a:defRPr/>
            </a:lvl1pPr>
          </a:lstStyle>
          <a:p>
            <a:fld id="{D4BBC329-70C8-479D-B71C-782CF195B57A}" type="slidenum">
              <a:rPr lang="it-IT" altLang="en-US"/>
              <a:pPr/>
              <a:t>‹N›</a:t>
            </a:fld>
            <a:endParaRPr lang="it-IT" altLang="en-US"/>
          </a:p>
        </p:txBody>
      </p:sp>
    </p:spTree>
    <p:extLst>
      <p:ext uri="{BB962C8B-B14F-4D97-AF65-F5344CB8AC3E}">
        <p14:creationId xmlns:p14="http://schemas.microsoft.com/office/powerpoint/2010/main" val="39174214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D4D6D-E68B-A58F-A538-844A6C1227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2680BC-2162-F1DB-67C3-2FC2310F5AEF}"/>
              </a:ext>
            </a:extLst>
          </p:cNvPr>
          <p:cNvSpPr>
            <a:spLocks noGrp="1"/>
          </p:cNvSpPr>
          <p:nvPr>
            <p:ph sz="half" idx="1"/>
          </p:nvPr>
        </p:nvSpPr>
        <p:spPr>
          <a:xfrm>
            <a:off x="503238" y="1439863"/>
            <a:ext cx="4459287" cy="3508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1B2EE7-824D-6082-7C4B-A933CB42870F}"/>
              </a:ext>
            </a:extLst>
          </p:cNvPr>
          <p:cNvSpPr>
            <a:spLocks noGrp="1"/>
          </p:cNvSpPr>
          <p:nvPr>
            <p:ph sz="half" idx="2"/>
          </p:nvPr>
        </p:nvSpPr>
        <p:spPr>
          <a:xfrm>
            <a:off x="5114925" y="1439863"/>
            <a:ext cx="4459288" cy="3508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73353C-F9DD-52F0-2B18-BB23DFDFE740}"/>
              </a:ext>
            </a:extLst>
          </p:cNvPr>
          <p:cNvSpPr>
            <a:spLocks noGrp="1"/>
          </p:cNvSpPr>
          <p:nvPr>
            <p:ph type="dt" idx="10"/>
          </p:nvPr>
        </p:nvSpPr>
        <p:spPr/>
        <p:txBody>
          <a:bodyPr/>
          <a:lstStyle>
            <a:lvl1pPr>
              <a:defRPr/>
            </a:lvl1pPr>
          </a:lstStyle>
          <a:p>
            <a:endParaRPr lang="it-IT" altLang="en-US"/>
          </a:p>
        </p:txBody>
      </p:sp>
      <p:sp>
        <p:nvSpPr>
          <p:cNvPr id="6" name="Footer Placeholder 5">
            <a:extLst>
              <a:ext uri="{FF2B5EF4-FFF2-40B4-BE49-F238E27FC236}">
                <a16:creationId xmlns:a16="http://schemas.microsoft.com/office/drawing/2014/main" id="{C5C4220D-8587-AAD7-45F4-9141CFA14E7B}"/>
              </a:ext>
            </a:extLst>
          </p:cNvPr>
          <p:cNvSpPr>
            <a:spLocks noGrp="1"/>
          </p:cNvSpPr>
          <p:nvPr>
            <p:ph type="ftr" idx="11"/>
          </p:nvPr>
        </p:nvSpPr>
        <p:spPr/>
        <p:txBody>
          <a:bodyPr/>
          <a:lstStyle>
            <a:lvl1pPr>
              <a:defRPr/>
            </a:lvl1pPr>
          </a:lstStyle>
          <a:p>
            <a:endParaRPr lang="it-IT" altLang="en-US"/>
          </a:p>
        </p:txBody>
      </p:sp>
      <p:sp>
        <p:nvSpPr>
          <p:cNvPr id="7" name="Slide Number Placeholder 6">
            <a:extLst>
              <a:ext uri="{FF2B5EF4-FFF2-40B4-BE49-F238E27FC236}">
                <a16:creationId xmlns:a16="http://schemas.microsoft.com/office/drawing/2014/main" id="{CBF014B6-04E1-9CEF-F26D-9DE9B375F28E}"/>
              </a:ext>
            </a:extLst>
          </p:cNvPr>
          <p:cNvSpPr>
            <a:spLocks noGrp="1"/>
          </p:cNvSpPr>
          <p:nvPr>
            <p:ph type="sldNum" idx="12"/>
          </p:nvPr>
        </p:nvSpPr>
        <p:spPr/>
        <p:txBody>
          <a:bodyPr/>
          <a:lstStyle>
            <a:lvl1pPr>
              <a:defRPr/>
            </a:lvl1pPr>
          </a:lstStyle>
          <a:p>
            <a:fld id="{62B415D2-5B05-4387-8503-585D82B11D38}" type="slidenum">
              <a:rPr lang="it-IT" altLang="en-US"/>
              <a:pPr/>
              <a:t>‹N›</a:t>
            </a:fld>
            <a:endParaRPr lang="it-IT" altLang="en-US"/>
          </a:p>
        </p:txBody>
      </p:sp>
    </p:spTree>
    <p:extLst>
      <p:ext uri="{BB962C8B-B14F-4D97-AF65-F5344CB8AC3E}">
        <p14:creationId xmlns:p14="http://schemas.microsoft.com/office/powerpoint/2010/main" val="464188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B96EC-35B8-8293-FA9E-617070B77723}"/>
              </a:ext>
            </a:extLst>
          </p:cNvPr>
          <p:cNvSpPr>
            <a:spLocks noGrp="1"/>
          </p:cNvSpPr>
          <p:nvPr>
            <p:ph type="title"/>
          </p:nvPr>
        </p:nvSpPr>
        <p:spPr>
          <a:xfrm>
            <a:off x="693738" y="301625"/>
            <a:ext cx="8694737" cy="10969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0B26A77-DC9B-FCE7-A78E-3228E314970A}"/>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01B245-022D-7636-3050-6A31FD0C3065}"/>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015B34-10F2-BD6D-868B-BA36ACE8EFEA}"/>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9D0818-06B9-CF51-B7C0-272BBA2C48FE}"/>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3E9FCD-EC39-2566-3304-59160E0A80ED}"/>
              </a:ext>
            </a:extLst>
          </p:cNvPr>
          <p:cNvSpPr>
            <a:spLocks noGrp="1"/>
          </p:cNvSpPr>
          <p:nvPr>
            <p:ph type="dt" idx="10"/>
          </p:nvPr>
        </p:nvSpPr>
        <p:spPr/>
        <p:txBody>
          <a:bodyPr/>
          <a:lstStyle>
            <a:lvl1pPr>
              <a:defRPr/>
            </a:lvl1pPr>
          </a:lstStyle>
          <a:p>
            <a:endParaRPr lang="it-IT" altLang="en-US"/>
          </a:p>
        </p:txBody>
      </p:sp>
      <p:sp>
        <p:nvSpPr>
          <p:cNvPr id="8" name="Footer Placeholder 7">
            <a:extLst>
              <a:ext uri="{FF2B5EF4-FFF2-40B4-BE49-F238E27FC236}">
                <a16:creationId xmlns:a16="http://schemas.microsoft.com/office/drawing/2014/main" id="{FC0C91E6-C08F-4DC6-A2A8-413FDD011844}"/>
              </a:ext>
            </a:extLst>
          </p:cNvPr>
          <p:cNvSpPr>
            <a:spLocks noGrp="1"/>
          </p:cNvSpPr>
          <p:nvPr>
            <p:ph type="ftr" idx="11"/>
          </p:nvPr>
        </p:nvSpPr>
        <p:spPr/>
        <p:txBody>
          <a:bodyPr/>
          <a:lstStyle>
            <a:lvl1pPr>
              <a:defRPr/>
            </a:lvl1pPr>
          </a:lstStyle>
          <a:p>
            <a:endParaRPr lang="it-IT" altLang="en-US"/>
          </a:p>
        </p:txBody>
      </p:sp>
      <p:sp>
        <p:nvSpPr>
          <p:cNvPr id="9" name="Slide Number Placeholder 8">
            <a:extLst>
              <a:ext uri="{FF2B5EF4-FFF2-40B4-BE49-F238E27FC236}">
                <a16:creationId xmlns:a16="http://schemas.microsoft.com/office/drawing/2014/main" id="{096ECFD9-E100-7061-4FD3-BB55F5C37BFC}"/>
              </a:ext>
            </a:extLst>
          </p:cNvPr>
          <p:cNvSpPr>
            <a:spLocks noGrp="1"/>
          </p:cNvSpPr>
          <p:nvPr>
            <p:ph type="sldNum" idx="12"/>
          </p:nvPr>
        </p:nvSpPr>
        <p:spPr/>
        <p:txBody>
          <a:bodyPr/>
          <a:lstStyle>
            <a:lvl1pPr>
              <a:defRPr/>
            </a:lvl1pPr>
          </a:lstStyle>
          <a:p>
            <a:fld id="{0D363150-33B0-406F-A681-BA6074569DD0}" type="slidenum">
              <a:rPr lang="it-IT" altLang="en-US"/>
              <a:pPr/>
              <a:t>‹N›</a:t>
            </a:fld>
            <a:endParaRPr lang="it-IT" altLang="en-US"/>
          </a:p>
        </p:txBody>
      </p:sp>
    </p:spTree>
    <p:extLst>
      <p:ext uri="{BB962C8B-B14F-4D97-AF65-F5344CB8AC3E}">
        <p14:creationId xmlns:p14="http://schemas.microsoft.com/office/powerpoint/2010/main" val="7082545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51C7A-6E9D-469B-9799-41BFB3CF88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3320CE-6ABB-312A-C704-BADA4CF5270B}"/>
              </a:ext>
            </a:extLst>
          </p:cNvPr>
          <p:cNvSpPr>
            <a:spLocks noGrp="1"/>
          </p:cNvSpPr>
          <p:nvPr>
            <p:ph type="dt" idx="10"/>
          </p:nvPr>
        </p:nvSpPr>
        <p:spPr/>
        <p:txBody>
          <a:bodyPr/>
          <a:lstStyle>
            <a:lvl1pPr>
              <a:defRPr/>
            </a:lvl1pPr>
          </a:lstStyle>
          <a:p>
            <a:endParaRPr lang="it-IT" altLang="en-US"/>
          </a:p>
        </p:txBody>
      </p:sp>
      <p:sp>
        <p:nvSpPr>
          <p:cNvPr id="4" name="Footer Placeholder 3">
            <a:extLst>
              <a:ext uri="{FF2B5EF4-FFF2-40B4-BE49-F238E27FC236}">
                <a16:creationId xmlns:a16="http://schemas.microsoft.com/office/drawing/2014/main" id="{7DD0E8F9-3820-2113-A3F5-CD72C73299D3}"/>
              </a:ext>
            </a:extLst>
          </p:cNvPr>
          <p:cNvSpPr>
            <a:spLocks noGrp="1"/>
          </p:cNvSpPr>
          <p:nvPr>
            <p:ph type="ftr" idx="11"/>
          </p:nvPr>
        </p:nvSpPr>
        <p:spPr/>
        <p:txBody>
          <a:bodyPr/>
          <a:lstStyle>
            <a:lvl1pPr>
              <a:defRPr/>
            </a:lvl1pPr>
          </a:lstStyle>
          <a:p>
            <a:endParaRPr lang="it-IT" altLang="en-US"/>
          </a:p>
        </p:txBody>
      </p:sp>
      <p:sp>
        <p:nvSpPr>
          <p:cNvPr id="5" name="Slide Number Placeholder 4">
            <a:extLst>
              <a:ext uri="{FF2B5EF4-FFF2-40B4-BE49-F238E27FC236}">
                <a16:creationId xmlns:a16="http://schemas.microsoft.com/office/drawing/2014/main" id="{C458AB7B-2446-1415-D6B4-85FF6423200D}"/>
              </a:ext>
            </a:extLst>
          </p:cNvPr>
          <p:cNvSpPr>
            <a:spLocks noGrp="1"/>
          </p:cNvSpPr>
          <p:nvPr>
            <p:ph type="sldNum" idx="12"/>
          </p:nvPr>
        </p:nvSpPr>
        <p:spPr/>
        <p:txBody>
          <a:bodyPr/>
          <a:lstStyle>
            <a:lvl1pPr>
              <a:defRPr/>
            </a:lvl1pPr>
          </a:lstStyle>
          <a:p>
            <a:fld id="{778EE429-092F-45CC-958B-E448C1D1B405}" type="slidenum">
              <a:rPr lang="it-IT" altLang="en-US"/>
              <a:pPr/>
              <a:t>‹N›</a:t>
            </a:fld>
            <a:endParaRPr lang="it-IT" altLang="en-US"/>
          </a:p>
        </p:txBody>
      </p:sp>
    </p:spTree>
    <p:extLst>
      <p:ext uri="{BB962C8B-B14F-4D97-AF65-F5344CB8AC3E}">
        <p14:creationId xmlns:p14="http://schemas.microsoft.com/office/powerpoint/2010/main" val="26979007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30D585-5F55-42F6-86D9-A657C6F20C75}"/>
              </a:ext>
            </a:extLst>
          </p:cNvPr>
          <p:cNvSpPr>
            <a:spLocks noGrp="1"/>
          </p:cNvSpPr>
          <p:nvPr>
            <p:ph type="dt" idx="10"/>
          </p:nvPr>
        </p:nvSpPr>
        <p:spPr/>
        <p:txBody>
          <a:bodyPr/>
          <a:lstStyle>
            <a:lvl1pPr>
              <a:defRPr/>
            </a:lvl1pPr>
          </a:lstStyle>
          <a:p>
            <a:endParaRPr lang="it-IT" altLang="en-US"/>
          </a:p>
        </p:txBody>
      </p:sp>
      <p:sp>
        <p:nvSpPr>
          <p:cNvPr id="3" name="Footer Placeholder 2">
            <a:extLst>
              <a:ext uri="{FF2B5EF4-FFF2-40B4-BE49-F238E27FC236}">
                <a16:creationId xmlns:a16="http://schemas.microsoft.com/office/drawing/2014/main" id="{4B383D8A-78A0-B292-0A54-6D41DD8BF7C1}"/>
              </a:ext>
            </a:extLst>
          </p:cNvPr>
          <p:cNvSpPr>
            <a:spLocks noGrp="1"/>
          </p:cNvSpPr>
          <p:nvPr>
            <p:ph type="ftr" idx="11"/>
          </p:nvPr>
        </p:nvSpPr>
        <p:spPr/>
        <p:txBody>
          <a:bodyPr/>
          <a:lstStyle>
            <a:lvl1pPr>
              <a:defRPr/>
            </a:lvl1pPr>
          </a:lstStyle>
          <a:p>
            <a:endParaRPr lang="it-IT" altLang="en-US"/>
          </a:p>
        </p:txBody>
      </p:sp>
      <p:sp>
        <p:nvSpPr>
          <p:cNvPr id="4" name="Slide Number Placeholder 3">
            <a:extLst>
              <a:ext uri="{FF2B5EF4-FFF2-40B4-BE49-F238E27FC236}">
                <a16:creationId xmlns:a16="http://schemas.microsoft.com/office/drawing/2014/main" id="{FB2E0043-F284-D2D4-937D-457707C35D3A}"/>
              </a:ext>
            </a:extLst>
          </p:cNvPr>
          <p:cNvSpPr>
            <a:spLocks noGrp="1"/>
          </p:cNvSpPr>
          <p:nvPr>
            <p:ph type="sldNum" idx="12"/>
          </p:nvPr>
        </p:nvSpPr>
        <p:spPr/>
        <p:txBody>
          <a:bodyPr/>
          <a:lstStyle>
            <a:lvl1pPr>
              <a:defRPr/>
            </a:lvl1pPr>
          </a:lstStyle>
          <a:p>
            <a:fld id="{B7D3F06A-8F20-4A93-BF53-A5F33C38B92C}" type="slidenum">
              <a:rPr lang="it-IT" altLang="en-US"/>
              <a:pPr/>
              <a:t>‹N›</a:t>
            </a:fld>
            <a:endParaRPr lang="it-IT" altLang="en-US"/>
          </a:p>
        </p:txBody>
      </p:sp>
    </p:spTree>
    <p:extLst>
      <p:ext uri="{BB962C8B-B14F-4D97-AF65-F5344CB8AC3E}">
        <p14:creationId xmlns:p14="http://schemas.microsoft.com/office/powerpoint/2010/main" val="28809891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F30B8-A86C-C4D6-E8DE-ED17ADF51651}"/>
              </a:ext>
            </a:extLst>
          </p:cNvPr>
          <p:cNvSpPr>
            <a:spLocks noGrp="1"/>
          </p:cNvSpPr>
          <p:nvPr>
            <p:ph type="title"/>
          </p:nvPr>
        </p:nvSpPr>
        <p:spPr>
          <a:xfrm>
            <a:off x="693738" y="377825"/>
            <a:ext cx="3251200" cy="1323975"/>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560FD6-EDBB-C99F-83A4-61355C40509C}"/>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D436A1-B87C-C21C-3FB3-F25551C9444D}"/>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B0A214-6A06-519A-189A-4BECCD228EF0}"/>
              </a:ext>
            </a:extLst>
          </p:cNvPr>
          <p:cNvSpPr>
            <a:spLocks noGrp="1"/>
          </p:cNvSpPr>
          <p:nvPr>
            <p:ph type="dt" idx="10"/>
          </p:nvPr>
        </p:nvSpPr>
        <p:spPr/>
        <p:txBody>
          <a:bodyPr/>
          <a:lstStyle>
            <a:lvl1pPr>
              <a:defRPr/>
            </a:lvl1pPr>
          </a:lstStyle>
          <a:p>
            <a:endParaRPr lang="it-IT" altLang="en-US"/>
          </a:p>
        </p:txBody>
      </p:sp>
      <p:sp>
        <p:nvSpPr>
          <p:cNvPr id="6" name="Footer Placeholder 5">
            <a:extLst>
              <a:ext uri="{FF2B5EF4-FFF2-40B4-BE49-F238E27FC236}">
                <a16:creationId xmlns:a16="http://schemas.microsoft.com/office/drawing/2014/main" id="{E2A89F0D-3B35-05FE-D4ED-6B12042D30CB}"/>
              </a:ext>
            </a:extLst>
          </p:cNvPr>
          <p:cNvSpPr>
            <a:spLocks noGrp="1"/>
          </p:cNvSpPr>
          <p:nvPr>
            <p:ph type="ftr" idx="11"/>
          </p:nvPr>
        </p:nvSpPr>
        <p:spPr/>
        <p:txBody>
          <a:bodyPr/>
          <a:lstStyle>
            <a:lvl1pPr>
              <a:defRPr/>
            </a:lvl1pPr>
          </a:lstStyle>
          <a:p>
            <a:endParaRPr lang="it-IT" altLang="en-US"/>
          </a:p>
        </p:txBody>
      </p:sp>
      <p:sp>
        <p:nvSpPr>
          <p:cNvPr id="7" name="Slide Number Placeholder 6">
            <a:extLst>
              <a:ext uri="{FF2B5EF4-FFF2-40B4-BE49-F238E27FC236}">
                <a16:creationId xmlns:a16="http://schemas.microsoft.com/office/drawing/2014/main" id="{6FB07261-FB1E-0998-2DBF-20772BE7084A}"/>
              </a:ext>
            </a:extLst>
          </p:cNvPr>
          <p:cNvSpPr>
            <a:spLocks noGrp="1"/>
          </p:cNvSpPr>
          <p:nvPr>
            <p:ph type="sldNum" idx="12"/>
          </p:nvPr>
        </p:nvSpPr>
        <p:spPr/>
        <p:txBody>
          <a:bodyPr/>
          <a:lstStyle>
            <a:lvl1pPr>
              <a:defRPr/>
            </a:lvl1pPr>
          </a:lstStyle>
          <a:p>
            <a:fld id="{2BF172B0-626E-41FB-B98D-5B739DD3729E}" type="slidenum">
              <a:rPr lang="it-IT" altLang="en-US"/>
              <a:pPr/>
              <a:t>‹N›</a:t>
            </a:fld>
            <a:endParaRPr lang="it-IT" altLang="en-US"/>
          </a:p>
        </p:txBody>
      </p:sp>
    </p:spTree>
    <p:extLst>
      <p:ext uri="{BB962C8B-B14F-4D97-AF65-F5344CB8AC3E}">
        <p14:creationId xmlns:p14="http://schemas.microsoft.com/office/powerpoint/2010/main" val="8720696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87E0F-C7B5-88E1-B0F7-FB8B8F49C7F3}"/>
              </a:ext>
            </a:extLst>
          </p:cNvPr>
          <p:cNvSpPr>
            <a:spLocks noGrp="1"/>
          </p:cNvSpPr>
          <p:nvPr>
            <p:ph type="title"/>
          </p:nvPr>
        </p:nvSpPr>
        <p:spPr>
          <a:xfrm>
            <a:off x="693738" y="377825"/>
            <a:ext cx="3251200" cy="1323975"/>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3614FF-B95C-F174-1208-5210FE707262}"/>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D0D116B-3D2E-DB81-CD6C-B80E8C6117DB}"/>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2E3E56-0284-49E3-D824-FD5E3528437E}"/>
              </a:ext>
            </a:extLst>
          </p:cNvPr>
          <p:cNvSpPr>
            <a:spLocks noGrp="1"/>
          </p:cNvSpPr>
          <p:nvPr>
            <p:ph type="dt" idx="10"/>
          </p:nvPr>
        </p:nvSpPr>
        <p:spPr/>
        <p:txBody>
          <a:bodyPr/>
          <a:lstStyle>
            <a:lvl1pPr>
              <a:defRPr/>
            </a:lvl1pPr>
          </a:lstStyle>
          <a:p>
            <a:endParaRPr lang="it-IT" altLang="en-US"/>
          </a:p>
        </p:txBody>
      </p:sp>
      <p:sp>
        <p:nvSpPr>
          <p:cNvPr id="6" name="Footer Placeholder 5">
            <a:extLst>
              <a:ext uri="{FF2B5EF4-FFF2-40B4-BE49-F238E27FC236}">
                <a16:creationId xmlns:a16="http://schemas.microsoft.com/office/drawing/2014/main" id="{059F62DA-FCA9-8E29-BC7E-78B7EF8C6ED5}"/>
              </a:ext>
            </a:extLst>
          </p:cNvPr>
          <p:cNvSpPr>
            <a:spLocks noGrp="1"/>
          </p:cNvSpPr>
          <p:nvPr>
            <p:ph type="ftr" idx="11"/>
          </p:nvPr>
        </p:nvSpPr>
        <p:spPr/>
        <p:txBody>
          <a:bodyPr/>
          <a:lstStyle>
            <a:lvl1pPr>
              <a:defRPr/>
            </a:lvl1pPr>
          </a:lstStyle>
          <a:p>
            <a:endParaRPr lang="it-IT" altLang="en-US"/>
          </a:p>
        </p:txBody>
      </p:sp>
      <p:sp>
        <p:nvSpPr>
          <p:cNvPr id="7" name="Slide Number Placeholder 6">
            <a:extLst>
              <a:ext uri="{FF2B5EF4-FFF2-40B4-BE49-F238E27FC236}">
                <a16:creationId xmlns:a16="http://schemas.microsoft.com/office/drawing/2014/main" id="{1671E9C6-E7DA-C6F1-F227-A523ABEEF01E}"/>
              </a:ext>
            </a:extLst>
          </p:cNvPr>
          <p:cNvSpPr>
            <a:spLocks noGrp="1"/>
          </p:cNvSpPr>
          <p:nvPr>
            <p:ph type="sldNum" idx="12"/>
          </p:nvPr>
        </p:nvSpPr>
        <p:spPr/>
        <p:txBody>
          <a:bodyPr/>
          <a:lstStyle>
            <a:lvl1pPr>
              <a:defRPr/>
            </a:lvl1pPr>
          </a:lstStyle>
          <a:p>
            <a:fld id="{AF7DF468-47FD-4696-AAC8-386559D8BF5B}" type="slidenum">
              <a:rPr lang="it-IT" altLang="en-US"/>
              <a:pPr/>
              <a:t>‹N›</a:t>
            </a:fld>
            <a:endParaRPr lang="it-IT" altLang="en-US"/>
          </a:p>
        </p:txBody>
      </p:sp>
    </p:spTree>
    <p:extLst>
      <p:ext uri="{BB962C8B-B14F-4D97-AF65-F5344CB8AC3E}">
        <p14:creationId xmlns:p14="http://schemas.microsoft.com/office/powerpoint/2010/main" val="2605312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4AFF3-5C4F-5E08-94CC-09D89B2891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ECD39A-BF50-EAE3-8C4F-1C04584487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74C7E9-B667-D36B-FC98-B3FDAB24EC21}"/>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B9DEF4B7-B710-05EE-B5E6-300878A5A8C2}"/>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E9FC9A1C-9AA8-9707-1997-0AEE4087D125}"/>
              </a:ext>
            </a:extLst>
          </p:cNvPr>
          <p:cNvSpPr>
            <a:spLocks noGrp="1"/>
          </p:cNvSpPr>
          <p:nvPr>
            <p:ph type="sldNum" idx="12"/>
          </p:nvPr>
        </p:nvSpPr>
        <p:spPr/>
        <p:txBody>
          <a:bodyPr/>
          <a:lstStyle>
            <a:lvl1pPr>
              <a:defRPr/>
            </a:lvl1pPr>
          </a:lstStyle>
          <a:p>
            <a:fld id="{4AE2F4B7-F3EF-4880-8A7E-93CCF54D059D}" type="slidenum">
              <a:rPr lang="it-IT" altLang="en-US"/>
              <a:pPr/>
              <a:t>‹N›</a:t>
            </a:fld>
            <a:endParaRPr lang="it-IT" altLang="en-US"/>
          </a:p>
        </p:txBody>
      </p:sp>
    </p:spTree>
    <p:extLst>
      <p:ext uri="{BB962C8B-B14F-4D97-AF65-F5344CB8AC3E}">
        <p14:creationId xmlns:p14="http://schemas.microsoft.com/office/powerpoint/2010/main" val="36729036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C50BAD-759B-12A1-B343-C069C05B0B9F}"/>
              </a:ext>
            </a:extLst>
          </p:cNvPr>
          <p:cNvSpPr>
            <a:spLocks noGrp="1"/>
          </p:cNvSpPr>
          <p:nvPr>
            <p:ph type="title" orient="vert"/>
          </p:nvPr>
        </p:nvSpPr>
        <p:spPr>
          <a:xfrm>
            <a:off x="7307263" y="90488"/>
            <a:ext cx="2266950" cy="485775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203008-EFC9-D2E1-9C28-1C052CAA214C}"/>
              </a:ext>
            </a:extLst>
          </p:cNvPr>
          <p:cNvSpPr>
            <a:spLocks noGrp="1"/>
          </p:cNvSpPr>
          <p:nvPr>
            <p:ph type="body" orient="vert" idx="1"/>
          </p:nvPr>
        </p:nvSpPr>
        <p:spPr>
          <a:xfrm>
            <a:off x="503238" y="90488"/>
            <a:ext cx="6651625" cy="4857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23290F-1F44-F1EA-42B8-A73DF2E40D34}"/>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F41C0BB9-1EF7-4380-F2F4-4A1DF4EAA582}"/>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E012A97F-69E5-7A5B-8979-F937ABF33D1F}"/>
              </a:ext>
            </a:extLst>
          </p:cNvPr>
          <p:cNvSpPr>
            <a:spLocks noGrp="1"/>
          </p:cNvSpPr>
          <p:nvPr>
            <p:ph type="sldNum" idx="12"/>
          </p:nvPr>
        </p:nvSpPr>
        <p:spPr/>
        <p:txBody>
          <a:bodyPr/>
          <a:lstStyle>
            <a:lvl1pPr>
              <a:defRPr/>
            </a:lvl1pPr>
          </a:lstStyle>
          <a:p>
            <a:fld id="{E08874EA-968A-41ED-8B7F-FEF9EC1C6F54}" type="slidenum">
              <a:rPr lang="it-IT" altLang="en-US"/>
              <a:pPr/>
              <a:t>‹N›</a:t>
            </a:fld>
            <a:endParaRPr lang="it-IT" altLang="en-US"/>
          </a:p>
        </p:txBody>
      </p:sp>
    </p:spTree>
    <p:extLst>
      <p:ext uri="{BB962C8B-B14F-4D97-AF65-F5344CB8AC3E}">
        <p14:creationId xmlns:p14="http://schemas.microsoft.com/office/powerpoint/2010/main" val="20523414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B2AF5-E0BD-8713-543F-57698AEA0B66}"/>
              </a:ext>
            </a:extLst>
          </p:cNvPr>
          <p:cNvSpPr>
            <a:spLocks noGrp="1"/>
          </p:cNvSpPr>
          <p:nvPr>
            <p:ph type="title"/>
          </p:nvPr>
        </p:nvSpPr>
        <p:spPr>
          <a:xfrm>
            <a:off x="503238" y="90488"/>
            <a:ext cx="9070975" cy="989012"/>
          </a:xfrm>
        </p:spPr>
        <p:txBody>
          <a:bodyPr/>
          <a:lstStyle/>
          <a:p>
            <a:r>
              <a:rPr lang="en-US"/>
              <a:t>Click to edit Master title style</a:t>
            </a:r>
          </a:p>
        </p:txBody>
      </p:sp>
      <p:sp>
        <p:nvSpPr>
          <p:cNvPr id="3" name="Date Placeholder 2">
            <a:extLst>
              <a:ext uri="{FF2B5EF4-FFF2-40B4-BE49-F238E27FC236}">
                <a16:creationId xmlns:a16="http://schemas.microsoft.com/office/drawing/2014/main" id="{CBD10F2C-F880-1BEC-ED83-DC9799E17A02}"/>
              </a:ext>
            </a:extLst>
          </p:cNvPr>
          <p:cNvSpPr>
            <a:spLocks noGrp="1"/>
          </p:cNvSpPr>
          <p:nvPr>
            <p:ph type="dt" idx="10"/>
          </p:nvPr>
        </p:nvSpPr>
        <p:spPr>
          <a:xfrm>
            <a:off x="503238" y="5129213"/>
            <a:ext cx="2338387" cy="447675"/>
          </a:xfrm>
        </p:spPr>
        <p:txBody>
          <a:bodyPr/>
          <a:lstStyle>
            <a:lvl1pPr>
              <a:defRPr/>
            </a:lvl1pPr>
          </a:lstStyle>
          <a:p>
            <a:endParaRPr lang="it-IT" altLang="en-US"/>
          </a:p>
        </p:txBody>
      </p:sp>
      <p:sp>
        <p:nvSpPr>
          <p:cNvPr id="4" name="Footer Placeholder 3">
            <a:extLst>
              <a:ext uri="{FF2B5EF4-FFF2-40B4-BE49-F238E27FC236}">
                <a16:creationId xmlns:a16="http://schemas.microsoft.com/office/drawing/2014/main" id="{47DBFF00-BF77-2AF4-C8C2-6DD8247F3843}"/>
              </a:ext>
            </a:extLst>
          </p:cNvPr>
          <p:cNvSpPr>
            <a:spLocks noGrp="1"/>
          </p:cNvSpPr>
          <p:nvPr>
            <p:ph type="ftr" idx="11"/>
          </p:nvPr>
        </p:nvSpPr>
        <p:spPr>
          <a:xfrm>
            <a:off x="3419475" y="5129213"/>
            <a:ext cx="3238500" cy="447675"/>
          </a:xfrm>
        </p:spPr>
        <p:txBody>
          <a:bodyPr/>
          <a:lstStyle>
            <a:lvl1pPr>
              <a:defRPr/>
            </a:lvl1pPr>
          </a:lstStyle>
          <a:p>
            <a:endParaRPr lang="it-IT" altLang="en-US"/>
          </a:p>
        </p:txBody>
      </p:sp>
      <p:sp>
        <p:nvSpPr>
          <p:cNvPr id="5" name="Slide Number Placeholder 4">
            <a:extLst>
              <a:ext uri="{FF2B5EF4-FFF2-40B4-BE49-F238E27FC236}">
                <a16:creationId xmlns:a16="http://schemas.microsoft.com/office/drawing/2014/main" id="{AFB4F1FD-054B-4613-0005-34F63929F6F3}"/>
              </a:ext>
            </a:extLst>
          </p:cNvPr>
          <p:cNvSpPr>
            <a:spLocks noGrp="1"/>
          </p:cNvSpPr>
          <p:nvPr>
            <p:ph type="sldNum" idx="12"/>
          </p:nvPr>
        </p:nvSpPr>
        <p:spPr>
          <a:xfrm>
            <a:off x="7235825" y="5129213"/>
            <a:ext cx="2338388" cy="447675"/>
          </a:xfrm>
        </p:spPr>
        <p:txBody>
          <a:bodyPr/>
          <a:lstStyle>
            <a:lvl1pPr>
              <a:defRPr/>
            </a:lvl1pPr>
          </a:lstStyle>
          <a:p>
            <a:fld id="{682CAA66-ED55-476E-A189-56A46A9F78CC}" type="slidenum">
              <a:rPr lang="it-IT" altLang="en-US"/>
              <a:pPr/>
              <a:t>‹N›</a:t>
            </a:fld>
            <a:endParaRPr lang="it-IT" altLang="en-US"/>
          </a:p>
        </p:txBody>
      </p:sp>
    </p:spTree>
    <p:extLst>
      <p:ext uri="{BB962C8B-B14F-4D97-AF65-F5344CB8AC3E}">
        <p14:creationId xmlns:p14="http://schemas.microsoft.com/office/powerpoint/2010/main" val="33451919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DDF4B-8CD5-7A43-F58B-927843B4CC98}"/>
              </a:ext>
            </a:extLst>
          </p:cNvPr>
          <p:cNvSpPr>
            <a:spLocks noGrp="1"/>
          </p:cNvSpPr>
          <p:nvPr>
            <p:ph type="ctrTitle"/>
          </p:nvPr>
        </p:nvSpPr>
        <p:spPr>
          <a:xfrm>
            <a:off x="1260475" y="928688"/>
            <a:ext cx="7559675" cy="1973262"/>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3AB828-F0E1-12A9-6586-6C9FC5268E0A}"/>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313467B-4C9D-D9F9-992B-2A08966A7B0C}"/>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23167AF2-F4A7-9EC3-A634-6D30034DE78B}"/>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3264D76D-96ED-4B02-5785-7E1227D29B18}"/>
              </a:ext>
            </a:extLst>
          </p:cNvPr>
          <p:cNvSpPr>
            <a:spLocks noGrp="1"/>
          </p:cNvSpPr>
          <p:nvPr>
            <p:ph type="sldNum" idx="12"/>
          </p:nvPr>
        </p:nvSpPr>
        <p:spPr/>
        <p:txBody>
          <a:bodyPr/>
          <a:lstStyle>
            <a:lvl1pPr>
              <a:defRPr/>
            </a:lvl1pPr>
          </a:lstStyle>
          <a:p>
            <a:fld id="{75FD11E6-72F1-496A-9C53-EAAFD593E984}" type="slidenum">
              <a:rPr lang="it-IT" altLang="en-US"/>
              <a:pPr/>
              <a:t>‹N›</a:t>
            </a:fld>
            <a:endParaRPr lang="it-IT" altLang="en-US"/>
          </a:p>
        </p:txBody>
      </p:sp>
    </p:spTree>
    <p:extLst>
      <p:ext uri="{BB962C8B-B14F-4D97-AF65-F5344CB8AC3E}">
        <p14:creationId xmlns:p14="http://schemas.microsoft.com/office/powerpoint/2010/main" val="1205813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9005D-F717-925C-E8ED-DD9A7A5D4F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D2232E-3CA0-B408-8C81-4485E4C22B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C0481E-0300-A0A1-B7E8-EF8E2093C278}"/>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C44CFB68-7800-6054-19B9-906CEAB0EF05}"/>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0A10320F-7571-502E-8247-AFE3EAD344A8}"/>
              </a:ext>
            </a:extLst>
          </p:cNvPr>
          <p:cNvSpPr>
            <a:spLocks noGrp="1"/>
          </p:cNvSpPr>
          <p:nvPr>
            <p:ph type="sldNum" idx="12"/>
          </p:nvPr>
        </p:nvSpPr>
        <p:spPr/>
        <p:txBody>
          <a:bodyPr/>
          <a:lstStyle>
            <a:lvl1pPr>
              <a:defRPr/>
            </a:lvl1pPr>
          </a:lstStyle>
          <a:p>
            <a:fld id="{2E7B2072-4812-4EB7-ABCF-77BC62C40577}" type="slidenum">
              <a:rPr lang="it-IT" altLang="en-US"/>
              <a:pPr/>
              <a:t>‹N›</a:t>
            </a:fld>
            <a:endParaRPr lang="it-IT" altLang="en-US"/>
          </a:p>
        </p:txBody>
      </p:sp>
    </p:spTree>
    <p:extLst>
      <p:ext uri="{BB962C8B-B14F-4D97-AF65-F5344CB8AC3E}">
        <p14:creationId xmlns:p14="http://schemas.microsoft.com/office/powerpoint/2010/main" val="11029392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59949-CF32-417E-6F1E-9AA291BB4A57}"/>
              </a:ext>
            </a:extLst>
          </p:cNvPr>
          <p:cNvSpPr>
            <a:spLocks noGrp="1"/>
          </p:cNvSpPr>
          <p:nvPr>
            <p:ph type="title"/>
          </p:nvPr>
        </p:nvSpPr>
        <p:spPr>
          <a:xfrm>
            <a:off x="687388" y="1414463"/>
            <a:ext cx="8694737" cy="23574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A5E993-960D-0847-3C41-409B25CEC711}"/>
              </a:ext>
            </a:extLst>
          </p:cNvPr>
          <p:cNvSpPr>
            <a:spLocks noGrp="1"/>
          </p:cNvSpPr>
          <p:nvPr>
            <p:ph type="body" idx="1"/>
          </p:nvPr>
        </p:nvSpPr>
        <p:spPr>
          <a:xfrm>
            <a:off x="687388" y="3794125"/>
            <a:ext cx="8694737" cy="1241425"/>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279EBE32-0E28-42A1-ECEA-225B57B4E5C1}"/>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9D5F755B-15DF-240B-AA29-D6DA44355862}"/>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A8ECA0AA-25CE-1B02-C610-870921391A1A}"/>
              </a:ext>
            </a:extLst>
          </p:cNvPr>
          <p:cNvSpPr>
            <a:spLocks noGrp="1"/>
          </p:cNvSpPr>
          <p:nvPr>
            <p:ph type="sldNum" idx="12"/>
          </p:nvPr>
        </p:nvSpPr>
        <p:spPr/>
        <p:txBody>
          <a:bodyPr/>
          <a:lstStyle>
            <a:lvl1pPr>
              <a:defRPr/>
            </a:lvl1pPr>
          </a:lstStyle>
          <a:p>
            <a:fld id="{C0CA1438-05DF-4455-9EEB-9B89368C3F54}" type="slidenum">
              <a:rPr lang="it-IT" altLang="en-US"/>
              <a:pPr/>
              <a:t>‹N›</a:t>
            </a:fld>
            <a:endParaRPr lang="it-IT" altLang="en-US"/>
          </a:p>
        </p:txBody>
      </p:sp>
    </p:spTree>
    <p:extLst>
      <p:ext uri="{BB962C8B-B14F-4D97-AF65-F5344CB8AC3E}">
        <p14:creationId xmlns:p14="http://schemas.microsoft.com/office/powerpoint/2010/main" val="25552429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1277C-1E6D-E5CB-D981-E9D895D184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2E2C5B-521F-F3FC-5A8A-5346CF7886EA}"/>
              </a:ext>
            </a:extLst>
          </p:cNvPr>
          <p:cNvSpPr>
            <a:spLocks noGrp="1"/>
          </p:cNvSpPr>
          <p:nvPr>
            <p:ph sz="half" idx="1"/>
          </p:nvPr>
        </p:nvSpPr>
        <p:spPr>
          <a:xfrm>
            <a:off x="503238" y="1439863"/>
            <a:ext cx="4459287" cy="3687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6102E1-5618-DEFB-FC7E-8B64557CB349}"/>
              </a:ext>
            </a:extLst>
          </p:cNvPr>
          <p:cNvSpPr>
            <a:spLocks noGrp="1"/>
          </p:cNvSpPr>
          <p:nvPr>
            <p:ph sz="half" idx="2"/>
          </p:nvPr>
        </p:nvSpPr>
        <p:spPr>
          <a:xfrm>
            <a:off x="5114925" y="1439863"/>
            <a:ext cx="4459288" cy="3687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8184C6-FDDA-C308-E373-C155498240A5}"/>
              </a:ext>
            </a:extLst>
          </p:cNvPr>
          <p:cNvSpPr>
            <a:spLocks noGrp="1"/>
          </p:cNvSpPr>
          <p:nvPr>
            <p:ph type="dt" idx="10"/>
          </p:nvPr>
        </p:nvSpPr>
        <p:spPr/>
        <p:txBody>
          <a:bodyPr/>
          <a:lstStyle>
            <a:lvl1pPr>
              <a:defRPr/>
            </a:lvl1pPr>
          </a:lstStyle>
          <a:p>
            <a:endParaRPr lang="it-IT" altLang="en-US"/>
          </a:p>
        </p:txBody>
      </p:sp>
      <p:sp>
        <p:nvSpPr>
          <p:cNvPr id="6" name="Footer Placeholder 5">
            <a:extLst>
              <a:ext uri="{FF2B5EF4-FFF2-40B4-BE49-F238E27FC236}">
                <a16:creationId xmlns:a16="http://schemas.microsoft.com/office/drawing/2014/main" id="{8A771784-B168-A7E6-253B-452878646985}"/>
              </a:ext>
            </a:extLst>
          </p:cNvPr>
          <p:cNvSpPr>
            <a:spLocks noGrp="1"/>
          </p:cNvSpPr>
          <p:nvPr>
            <p:ph type="ftr" idx="11"/>
          </p:nvPr>
        </p:nvSpPr>
        <p:spPr/>
        <p:txBody>
          <a:bodyPr/>
          <a:lstStyle>
            <a:lvl1pPr>
              <a:defRPr/>
            </a:lvl1pPr>
          </a:lstStyle>
          <a:p>
            <a:endParaRPr lang="it-IT" altLang="en-US"/>
          </a:p>
        </p:txBody>
      </p:sp>
      <p:sp>
        <p:nvSpPr>
          <p:cNvPr id="7" name="Slide Number Placeholder 6">
            <a:extLst>
              <a:ext uri="{FF2B5EF4-FFF2-40B4-BE49-F238E27FC236}">
                <a16:creationId xmlns:a16="http://schemas.microsoft.com/office/drawing/2014/main" id="{EEA066BE-565E-0D08-7BB7-6DE71D467B60}"/>
              </a:ext>
            </a:extLst>
          </p:cNvPr>
          <p:cNvSpPr>
            <a:spLocks noGrp="1"/>
          </p:cNvSpPr>
          <p:nvPr>
            <p:ph type="sldNum" idx="12"/>
          </p:nvPr>
        </p:nvSpPr>
        <p:spPr/>
        <p:txBody>
          <a:bodyPr/>
          <a:lstStyle>
            <a:lvl1pPr>
              <a:defRPr/>
            </a:lvl1pPr>
          </a:lstStyle>
          <a:p>
            <a:fld id="{5424BFEF-AC31-402F-9050-DEC0131F0A82}" type="slidenum">
              <a:rPr lang="it-IT" altLang="en-US"/>
              <a:pPr/>
              <a:t>‹N›</a:t>
            </a:fld>
            <a:endParaRPr lang="it-IT" altLang="en-US"/>
          </a:p>
        </p:txBody>
      </p:sp>
    </p:spTree>
    <p:extLst>
      <p:ext uri="{BB962C8B-B14F-4D97-AF65-F5344CB8AC3E}">
        <p14:creationId xmlns:p14="http://schemas.microsoft.com/office/powerpoint/2010/main" val="25726745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65E46-3386-5601-4BC2-BC98092C35BB}"/>
              </a:ext>
            </a:extLst>
          </p:cNvPr>
          <p:cNvSpPr>
            <a:spLocks noGrp="1"/>
          </p:cNvSpPr>
          <p:nvPr>
            <p:ph type="title"/>
          </p:nvPr>
        </p:nvSpPr>
        <p:spPr>
          <a:xfrm>
            <a:off x="693738" y="301625"/>
            <a:ext cx="8694737" cy="10969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0FD8F4-695A-0244-C116-38AAA14273B4}"/>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A474E6-B7E8-916C-21A8-B8FB59FEEF87}"/>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E5850C-7AFC-60E1-D919-A66704B66D48}"/>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AB8797-EF94-AFD6-31FB-3BF2C6A82FFF}"/>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7C8764-7433-54DF-845A-6C057B42BE83}"/>
              </a:ext>
            </a:extLst>
          </p:cNvPr>
          <p:cNvSpPr>
            <a:spLocks noGrp="1"/>
          </p:cNvSpPr>
          <p:nvPr>
            <p:ph type="dt" idx="10"/>
          </p:nvPr>
        </p:nvSpPr>
        <p:spPr/>
        <p:txBody>
          <a:bodyPr/>
          <a:lstStyle>
            <a:lvl1pPr>
              <a:defRPr/>
            </a:lvl1pPr>
          </a:lstStyle>
          <a:p>
            <a:endParaRPr lang="it-IT" altLang="en-US"/>
          </a:p>
        </p:txBody>
      </p:sp>
      <p:sp>
        <p:nvSpPr>
          <p:cNvPr id="8" name="Footer Placeholder 7">
            <a:extLst>
              <a:ext uri="{FF2B5EF4-FFF2-40B4-BE49-F238E27FC236}">
                <a16:creationId xmlns:a16="http://schemas.microsoft.com/office/drawing/2014/main" id="{7E2EC967-1745-AD7A-4556-6A648C1B0450}"/>
              </a:ext>
            </a:extLst>
          </p:cNvPr>
          <p:cNvSpPr>
            <a:spLocks noGrp="1"/>
          </p:cNvSpPr>
          <p:nvPr>
            <p:ph type="ftr" idx="11"/>
          </p:nvPr>
        </p:nvSpPr>
        <p:spPr/>
        <p:txBody>
          <a:bodyPr/>
          <a:lstStyle>
            <a:lvl1pPr>
              <a:defRPr/>
            </a:lvl1pPr>
          </a:lstStyle>
          <a:p>
            <a:endParaRPr lang="it-IT" altLang="en-US"/>
          </a:p>
        </p:txBody>
      </p:sp>
      <p:sp>
        <p:nvSpPr>
          <p:cNvPr id="9" name="Slide Number Placeholder 8">
            <a:extLst>
              <a:ext uri="{FF2B5EF4-FFF2-40B4-BE49-F238E27FC236}">
                <a16:creationId xmlns:a16="http://schemas.microsoft.com/office/drawing/2014/main" id="{C70CFCEF-DAE4-958E-613E-F0FD34536CD2}"/>
              </a:ext>
            </a:extLst>
          </p:cNvPr>
          <p:cNvSpPr>
            <a:spLocks noGrp="1"/>
          </p:cNvSpPr>
          <p:nvPr>
            <p:ph type="sldNum" idx="12"/>
          </p:nvPr>
        </p:nvSpPr>
        <p:spPr/>
        <p:txBody>
          <a:bodyPr/>
          <a:lstStyle>
            <a:lvl1pPr>
              <a:defRPr/>
            </a:lvl1pPr>
          </a:lstStyle>
          <a:p>
            <a:fld id="{E7C5CB17-9E55-4087-BF61-68E562319759}" type="slidenum">
              <a:rPr lang="it-IT" altLang="en-US"/>
              <a:pPr/>
              <a:t>‹N›</a:t>
            </a:fld>
            <a:endParaRPr lang="it-IT" altLang="en-US"/>
          </a:p>
        </p:txBody>
      </p:sp>
    </p:spTree>
    <p:extLst>
      <p:ext uri="{BB962C8B-B14F-4D97-AF65-F5344CB8AC3E}">
        <p14:creationId xmlns:p14="http://schemas.microsoft.com/office/powerpoint/2010/main" val="33488841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1ABFD-3FB2-9854-FD73-BD97123A8FD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AC78BC-6B03-64D2-0C26-888180B14A3B}"/>
              </a:ext>
            </a:extLst>
          </p:cNvPr>
          <p:cNvSpPr>
            <a:spLocks noGrp="1"/>
          </p:cNvSpPr>
          <p:nvPr>
            <p:ph type="dt" idx="10"/>
          </p:nvPr>
        </p:nvSpPr>
        <p:spPr/>
        <p:txBody>
          <a:bodyPr/>
          <a:lstStyle>
            <a:lvl1pPr>
              <a:defRPr/>
            </a:lvl1pPr>
          </a:lstStyle>
          <a:p>
            <a:endParaRPr lang="it-IT" altLang="en-US"/>
          </a:p>
        </p:txBody>
      </p:sp>
      <p:sp>
        <p:nvSpPr>
          <p:cNvPr id="4" name="Footer Placeholder 3">
            <a:extLst>
              <a:ext uri="{FF2B5EF4-FFF2-40B4-BE49-F238E27FC236}">
                <a16:creationId xmlns:a16="http://schemas.microsoft.com/office/drawing/2014/main" id="{FAF5032D-26D9-E41D-304C-98DD8C6B185D}"/>
              </a:ext>
            </a:extLst>
          </p:cNvPr>
          <p:cNvSpPr>
            <a:spLocks noGrp="1"/>
          </p:cNvSpPr>
          <p:nvPr>
            <p:ph type="ftr" idx="11"/>
          </p:nvPr>
        </p:nvSpPr>
        <p:spPr/>
        <p:txBody>
          <a:bodyPr/>
          <a:lstStyle>
            <a:lvl1pPr>
              <a:defRPr/>
            </a:lvl1pPr>
          </a:lstStyle>
          <a:p>
            <a:endParaRPr lang="it-IT" altLang="en-US"/>
          </a:p>
        </p:txBody>
      </p:sp>
      <p:sp>
        <p:nvSpPr>
          <p:cNvPr id="5" name="Slide Number Placeholder 4">
            <a:extLst>
              <a:ext uri="{FF2B5EF4-FFF2-40B4-BE49-F238E27FC236}">
                <a16:creationId xmlns:a16="http://schemas.microsoft.com/office/drawing/2014/main" id="{6565B72A-B6C8-9265-2486-19A1D3B14FC6}"/>
              </a:ext>
            </a:extLst>
          </p:cNvPr>
          <p:cNvSpPr>
            <a:spLocks noGrp="1"/>
          </p:cNvSpPr>
          <p:nvPr>
            <p:ph type="sldNum" idx="12"/>
          </p:nvPr>
        </p:nvSpPr>
        <p:spPr/>
        <p:txBody>
          <a:bodyPr/>
          <a:lstStyle>
            <a:lvl1pPr>
              <a:defRPr/>
            </a:lvl1pPr>
          </a:lstStyle>
          <a:p>
            <a:fld id="{E5448AA1-CBC8-4905-95B2-367A185023E1}" type="slidenum">
              <a:rPr lang="it-IT" altLang="en-US"/>
              <a:pPr/>
              <a:t>‹N›</a:t>
            </a:fld>
            <a:endParaRPr lang="it-IT" altLang="en-US"/>
          </a:p>
        </p:txBody>
      </p:sp>
    </p:spTree>
    <p:extLst>
      <p:ext uri="{BB962C8B-B14F-4D97-AF65-F5344CB8AC3E}">
        <p14:creationId xmlns:p14="http://schemas.microsoft.com/office/powerpoint/2010/main" val="2593752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3ED933-23F0-AEC5-ECE0-27B5F433BB3B}"/>
              </a:ext>
            </a:extLst>
          </p:cNvPr>
          <p:cNvSpPr>
            <a:spLocks noGrp="1"/>
          </p:cNvSpPr>
          <p:nvPr>
            <p:ph type="dt" idx="10"/>
          </p:nvPr>
        </p:nvSpPr>
        <p:spPr/>
        <p:txBody>
          <a:bodyPr/>
          <a:lstStyle>
            <a:lvl1pPr>
              <a:defRPr/>
            </a:lvl1pPr>
          </a:lstStyle>
          <a:p>
            <a:endParaRPr lang="it-IT" altLang="en-US"/>
          </a:p>
        </p:txBody>
      </p:sp>
      <p:sp>
        <p:nvSpPr>
          <p:cNvPr id="3" name="Footer Placeholder 2">
            <a:extLst>
              <a:ext uri="{FF2B5EF4-FFF2-40B4-BE49-F238E27FC236}">
                <a16:creationId xmlns:a16="http://schemas.microsoft.com/office/drawing/2014/main" id="{BBD2E80D-E980-86E3-2375-8BA1F7C64823}"/>
              </a:ext>
            </a:extLst>
          </p:cNvPr>
          <p:cNvSpPr>
            <a:spLocks noGrp="1"/>
          </p:cNvSpPr>
          <p:nvPr>
            <p:ph type="ftr" idx="11"/>
          </p:nvPr>
        </p:nvSpPr>
        <p:spPr/>
        <p:txBody>
          <a:bodyPr/>
          <a:lstStyle>
            <a:lvl1pPr>
              <a:defRPr/>
            </a:lvl1pPr>
          </a:lstStyle>
          <a:p>
            <a:endParaRPr lang="it-IT" altLang="en-US"/>
          </a:p>
        </p:txBody>
      </p:sp>
      <p:sp>
        <p:nvSpPr>
          <p:cNvPr id="4" name="Slide Number Placeholder 3">
            <a:extLst>
              <a:ext uri="{FF2B5EF4-FFF2-40B4-BE49-F238E27FC236}">
                <a16:creationId xmlns:a16="http://schemas.microsoft.com/office/drawing/2014/main" id="{492218DD-FE26-F48E-B22B-5032CBB20E96}"/>
              </a:ext>
            </a:extLst>
          </p:cNvPr>
          <p:cNvSpPr>
            <a:spLocks noGrp="1"/>
          </p:cNvSpPr>
          <p:nvPr>
            <p:ph type="sldNum" idx="12"/>
          </p:nvPr>
        </p:nvSpPr>
        <p:spPr/>
        <p:txBody>
          <a:bodyPr/>
          <a:lstStyle>
            <a:lvl1pPr>
              <a:defRPr/>
            </a:lvl1pPr>
          </a:lstStyle>
          <a:p>
            <a:fld id="{F8E7FAD2-B0C1-42B8-9C64-AD07EA40C4A4}" type="slidenum">
              <a:rPr lang="it-IT" altLang="en-US"/>
              <a:pPr/>
              <a:t>‹N›</a:t>
            </a:fld>
            <a:endParaRPr lang="it-IT" altLang="en-US"/>
          </a:p>
        </p:txBody>
      </p:sp>
    </p:spTree>
    <p:extLst>
      <p:ext uri="{BB962C8B-B14F-4D97-AF65-F5344CB8AC3E}">
        <p14:creationId xmlns:p14="http://schemas.microsoft.com/office/powerpoint/2010/main" val="1005177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3DF40-F681-F604-5C97-14C58D9D880E}"/>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4AFDB9C-5D47-D23C-C4AB-514D25850BA1}"/>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ADDCCD-F942-0160-F404-72CBFDFDDDD8}"/>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251344-199D-4BFE-FFD0-F7E0B36C7C41}"/>
              </a:ext>
            </a:extLst>
          </p:cNvPr>
          <p:cNvSpPr>
            <a:spLocks noGrp="1"/>
          </p:cNvSpPr>
          <p:nvPr>
            <p:ph type="dt" idx="10"/>
          </p:nvPr>
        </p:nvSpPr>
        <p:spPr/>
        <p:txBody>
          <a:bodyPr/>
          <a:lstStyle>
            <a:lvl1pPr>
              <a:defRPr/>
            </a:lvl1pPr>
          </a:lstStyle>
          <a:p>
            <a:endParaRPr lang="it-IT" altLang="en-US"/>
          </a:p>
        </p:txBody>
      </p:sp>
      <p:sp>
        <p:nvSpPr>
          <p:cNvPr id="6" name="Footer Placeholder 5">
            <a:extLst>
              <a:ext uri="{FF2B5EF4-FFF2-40B4-BE49-F238E27FC236}">
                <a16:creationId xmlns:a16="http://schemas.microsoft.com/office/drawing/2014/main" id="{BB63D991-5BBD-EDF7-59F0-9B553D98E615}"/>
              </a:ext>
            </a:extLst>
          </p:cNvPr>
          <p:cNvSpPr>
            <a:spLocks noGrp="1"/>
          </p:cNvSpPr>
          <p:nvPr>
            <p:ph type="ftr" idx="11"/>
          </p:nvPr>
        </p:nvSpPr>
        <p:spPr/>
        <p:txBody>
          <a:bodyPr/>
          <a:lstStyle>
            <a:lvl1pPr>
              <a:defRPr/>
            </a:lvl1pPr>
          </a:lstStyle>
          <a:p>
            <a:endParaRPr lang="it-IT" altLang="en-US"/>
          </a:p>
        </p:txBody>
      </p:sp>
      <p:sp>
        <p:nvSpPr>
          <p:cNvPr id="7" name="Slide Number Placeholder 6">
            <a:extLst>
              <a:ext uri="{FF2B5EF4-FFF2-40B4-BE49-F238E27FC236}">
                <a16:creationId xmlns:a16="http://schemas.microsoft.com/office/drawing/2014/main" id="{B4BD8E32-C110-CC17-74D9-997B881A9293}"/>
              </a:ext>
            </a:extLst>
          </p:cNvPr>
          <p:cNvSpPr>
            <a:spLocks noGrp="1"/>
          </p:cNvSpPr>
          <p:nvPr>
            <p:ph type="sldNum" idx="12"/>
          </p:nvPr>
        </p:nvSpPr>
        <p:spPr/>
        <p:txBody>
          <a:bodyPr/>
          <a:lstStyle>
            <a:lvl1pPr>
              <a:defRPr/>
            </a:lvl1pPr>
          </a:lstStyle>
          <a:p>
            <a:fld id="{4E731DC1-4618-4685-B4F9-3AF6620D5D05}" type="slidenum">
              <a:rPr lang="it-IT" altLang="en-US"/>
              <a:pPr/>
              <a:t>‹N›</a:t>
            </a:fld>
            <a:endParaRPr lang="it-IT" altLang="en-US"/>
          </a:p>
        </p:txBody>
      </p:sp>
    </p:spTree>
    <p:extLst>
      <p:ext uri="{BB962C8B-B14F-4D97-AF65-F5344CB8AC3E}">
        <p14:creationId xmlns:p14="http://schemas.microsoft.com/office/powerpoint/2010/main" val="6333744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08BFB-F81D-61F2-5907-ACAFE9403868}"/>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D9B385-219D-BAC4-01C5-A6A24B7DE32C}"/>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43E757-95B9-863F-7A1E-A0FECACE3496}"/>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B6CF25-2529-27F4-8D45-5272A39099BE}"/>
              </a:ext>
            </a:extLst>
          </p:cNvPr>
          <p:cNvSpPr>
            <a:spLocks noGrp="1"/>
          </p:cNvSpPr>
          <p:nvPr>
            <p:ph type="dt" idx="10"/>
          </p:nvPr>
        </p:nvSpPr>
        <p:spPr/>
        <p:txBody>
          <a:bodyPr/>
          <a:lstStyle>
            <a:lvl1pPr>
              <a:defRPr/>
            </a:lvl1pPr>
          </a:lstStyle>
          <a:p>
            <a:endParaRPr lang="it-IT" altLang="en-US"/>
          </a:p>
        </p:txBody>
      </p:sp>
      <p:sp>
        <p:nvSpPr>
          <p:cNvPr id="6" name="Footer Placeholder 5">
            <a:extLst>
              <a:ext uri="{FF2B5EF4-FFF2-40B4-BE49-F238E27FC236}">
                <a16:creationId xmlns:a16="http://schemas.microsoft.com/office/drawing/2014/main" id="{F6729EE0-B977-A29C-A001-D4E7E2DDAC7D}"/>
              </a:ext>
            </a:extLst>
          </p:cNvPr>
          <p:cNvSpPr>
            <a:spLocks noGrp="1"/>
          </p:cNvSpPr>
          <p:nvPr>
            <p:ph type="ftr" idx="11"/>
          </p:nvPr>
        </p:nvSpPr>
        <p:spPr/>
        <p:txBody>
          <a:bodyPr/>
          <a:lstStyle>
            <a:lvl1pPr>
              <a:defRPr/>
            </a:lvl1pPr>
          </a:lstStyle>
          <a:p>
            <a:endParaRPr lang="it-IT" altLang="en-US"/>
          </a:p>
        </p:txBody>
      </p:sp>
      <p:sp>
        <p:nvSpPr>
          <p:cNvPr id="7" name="Slide Number Placeholder 6">
            <a:extLst>
              <a:ext uri="{FF2B5EF4-FFF2-40B4-BE49-F238E27FC236}">
                <a16:creationId xmlns:a16="http://schemas.microsoft.com/office/drawing/2014/main" id="{47428FC2-F5F1-00AC-E358-C80B01A4CF7D}"/>
              </a:ext>
            </a:extLst>
          </p:cNvPr>
          <p:cNvSpPr>
            <a:spLocks noGrp="1"/>
          </p:cNvSpPr>
          <p:nvPr>
            <p:ph type="sldNum" idx="12"/>
          </p:nvPr>
        </p:nvSpPr>
        <p:spPr/>
        <p:txBody>
          <a:bodyPr/>
          <a:lstStyle>
            <a:lvl1pPr>
              <a:defRPr/>
            </a:lvl1pPr>
          </a:lstStyle>
          <a:p>
            <a:fld id="{6D67D26B-66A4-4C83-8EF9-95ACDDE5D625}" type="slidenum">
              <a:rPr lang="it-IT" altLang="en-US"/>
              <a:pPr/>
              <a:t>‹N›</a:t>
            </a:fld>
            <a:endParaRPr lang="it-IT" altLang="en-US"/>
          </a:p>
        </p:txBody>
      </p:sp>
    </p:spTree>
    <p:extLst>
      <p:ext uri="{BB962C8B-B14F-4D97-AF65-F5344CB8AC3E}">
        <p14:creationId xmlns:p14="http://schemas.microsoft.com/office/powerpoint/2010/main" val="16215973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7D364-5290-F9D5-3B14-464064AF22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6C665E-2E0A-63D0-D4B4-11687671DC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51EF02-1954-1216-50C5-A8D3B5441FAC}"/>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4379A258-CA83-3848-8EA5-89BBF9ED61D9}"/>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55DD32E7-5773-F71D-D9A3-C0DD9C9B44B8}"/>
              </a:ext>
            </a:extLst>
          </p:cNvPr>
          <p:cNvSpPr>
            <a:spLocks noGrp="1"/>
          </p:cNvSpPr>
          <p:nvPr>
            <p:ph type="sldNum" idx="12"/>
          </p:nvPr>
        </p:nvSpPr>
        <p:spPr/>
        <p:txBody>
          <a:bodyPr/>
          <a:lstStyle>
            <a:lvl1pPr>
              <a:defRPr/>
            </a:lvl1pPr>
          </a:lstStyle>
          <a:p>
            <a:fld id="{AEDBEBF3-CB37-4E33-A999-98E6F5F701FF}" type="slidenum">
              <a:rPr lang="it-IT" altLang="en-US"/>
              <a:pPr/>
              <a:t>‹N›</a:t>
            </a:fld>
            <a:endParaRPr lang="it-IT" altLang="en-US"/>
          </a:p>
        </p:txBody>
      </p:sp>
    </p:spTree>
    <p:extLst>
      <p:ext uri="{BB962C8B-B14F-4D97-AF65-F5344CB8AC3E}">
        <p14:creationId xmlns:p14="http://schemas.microsoft.com/office/powerpoint/2010/main" val="20060159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7F323F-53BB-FD34-38E7-35F3C328633F}"/>
              </a:ext>
            </a:extLst>
          </p:cNvPr>
          <p:cNvSpPr>
            <a:spLocks noGrp="1"/>
          </p:cNvSpPr>
          <p:nvPr>
            <p:ph type="title" orient="vert"/>
          </p:nvPr>
        </p:nvSpPr>
        <p:spPr>
          <a:xfrm>
            <a:off x="7307263" y="269875"/>
            <a:ext cx="2266950" cy="485775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60C3FD-234B-B1D8-E47C-684C89A7FDDF}"/>
              </a:ext>
            </a:extLst>
          </p:cNvPr>
          <p:cNvSpPr>
            <a:spLocks noGrp="1"/>
          </p:cNvSpPr>
          <p:nvPr>
            <p:ph type="body" orient="vert" idx="1"/>
          </p:nvPr>
        </p:nvSpPr>
        <p:spPr>
          <a:xfrm>
            <a:off x="503238" y="269875"/>
            <a:ext cx="6651625" cy="4857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2718D7-D4B6-CB26-DCC3-C2AD8248F8EF}"/>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AA78E903-6931-1189-B4D5-97ADC3724AEA}"/>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767193F5-AFCB-2054-DB4F-72174DE99C22}"/>
              </a:ext>
            </a:extLst>
          </p:cNvPr>
          <p:cNvSpPr>
            <a:spLocks noGrp="1"/>
          </p:cNvSpPr>
          <p:nvPr>
            <p:ph type="sldNum" idx="12"/>
          </p:nvPr>
        </p:nvSpPr>
        <p:spPr/>
        <p:txBody>
          <a:bodyPr/>
          <a:lstStyle>
            <a:lvl1pPr>
              <a:defRPr/>
            </a:lvl1pPr>
          </a:lstStyle>
          <a:p>
            <a:fld id="{B72AA0FD-6A1B-44E7-95DA-CD4EBF371108}" type="slidenum">
              <a:rPr lang="it-IT" altLang="en-US"/>
              <a:pPr/>
              <a:t>‹N›</a:t>
            </a:fld>
            <a:endParaRPr lang="it-IT" altLang="en-US"/>
          </a:p>
        </p:txBody>
      </p:sp>
    </p:spTree>
    <p:extLst>
      <p:ext uri="{BB962C8B-B14F-4D97-AF65-F5344CB8AC3E}">
        <p14:creationId xmlns:p14="http://schemas.microsoft.com/office/powerpoint/2010/main" val="2254345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539BA-AC7E-FAF1-8631-60736D8668C1}"/>
              </a:ext>
            </a:extLst>
          </p:cNvPr>
          <p:cNvSpPr>
            <a:spLocks noGrp="1"/>
          </p:cNvSpPr>
          <p:nvPr>
            <p:ph type="ctrTitle"/>
          </p:nvPr>
        </p:nvSpPr>
        <p:spPr>
          <a:xfrm>
            <a:off x="1260475" y="928688"/>
            <a:ext cx="7559675" cy="1973262"/>
          </a:xfrm>
        </p:spPr>
        <p:txBody>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48A60C-DD95-E81F-35FD-72B705986090}"/>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2C62E3-3D43-FBFD-B0C2-AAF649B363FF}"/>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52AAA752-3190-6A23-5822-8B1342C6D744}"/>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8813369C-7101-0142-5632-79F6B097DE70}"/>
              </a:ext>
            </a:extLst>
          </p:cNvPr>
          <p:cNvSpPr>
            <a:spLocks noGrp="1"/>
          </p:cNvSpPr>
          <p:nvPr>
            <p:ph type="sldNum" idx="12"/>
          </p:nvPr>
        </p:nvSpPr>
        <p:spPr/>
        <p:txBody>
          <a:bodyPr/>
          <a:lstStyle>
            <a:lvl1pPr>
              <a:defRPr/>
            </a:lvl1pPr>
          </a:lstStyle>
          <a:p>
            <a:fld id="{64FA3F34-941E-4645-92D7-65A43875BEEE}" type="slidenum">
              <a:rPr lang="it-IT" altLang="en-US"/>
              <a:pPr/>
              <a:t>‹N›</a:t>
            </a:fld>
            <a:endParaRPr lang="it-IT" altLang="en-US"/>
          </a:p>
        </p:txBody>
      </p:sp>
    </p:spTree>
    <p:extLst>
      <p:ext uri="{BB962C8B-B14F-4D97-AF65-F5344CB8AC3E}">
        <p14:creationId xmlns:p14="http://schemas.microsoft.com/office/powerpoint/2010/main" val="22908754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45AE2-C208-D811-C845-454D57079E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5D33AD-FC96-7515-0E0D-CB543069B9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64DBEB-5EA3-57BC-EE0E-F5980DD166C1}"/>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1FFDA219-9024-5FD4-A5C3-B1FA8BD61BD8}"/>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CC9068E7-7860-883E-BCE2-B51519D8B8AE}"/>
              </a:ext>
            </a:extLst>
          </p:cNvPr>
          <p:cNvSpPr>
            <a:spLocks noGrp="1"/>
          </p:cNvSpPr>
          <p:nvPr>
            <p:ph type="sldNum" idx="12"/>
          </p:nvPr>
        </p:nvSpPr>
        <p:spPr/>
        <p:txBody>
          <a:bodyPr/>
          <a:lstStyle>
            <a:lvl1pPr>
              <a:defRPr/>
            </a:lvl1pPr>
          </a:lstStyle>
          <a:p>
            <a:fld id="{AE64FA44-B591-46BA-84B9-71A8DAF24AE8}" type="slidenum">
              <a:rPr lang="it-IT" altLang="en-US"/>
              <a:pPr/>
              <a:t>‹N›</a:t>
            </a:fld>
            <a:endParaRPr lang="it-IT" altLang="en-US"/>
          </a:p>
        </p:txBody>
      </p:sp>
    </p:spTree>
    <p:extLst>
      <p:ext uri="{BB962C8B-B14F-4D97-AF65-F5344CB8AC3E}">
        <p14:creationId xmlns:p14="http://schemas.microsoft.com/office/powerpoint/2010/main" val="3335338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2DCC6-5024-9002-9819-2FB8069109E7}"/>
              </a:ext>
            </a:extLst>
          </p:cNvPr>
          <p:cNvSpPr>
            <a:spLocks noGrp="1"/>
          </p:cNvSpPr>
          <p:nvPr>
            <p:ph type="title"/>
          </p:nvPr>
        </p:nvSpPr>
        <p:spPr>
          <a:xfrm>
            <a:off x="687388" y="1414463"/>
            <a:ext cx="8694737" cy="23574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E28016-4C07-6254-DB09-7A137AD71B09}"/>
              </a:ext>
            </a:extLst>
          </p:cNvPr>
          <p:cNvSpPr>
            <a:spLocks noGrp="1"/>
          </p:cNvSpPr>
          <p:nvPr>
            <p:ph type="body" idx="1"/>
          </p:nvPr>
        </p:nvSpPr>
        <p:spPr>
          <a:xfrm>
            <a:off x="687388" y="3794125"/>
            <a:ext cx="8694737" cy="1241425"/>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7C8C87AE-6650-8875-2C01-257DEF1B5950}"/>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9CBEFA2A-C6D9-46E4-D422-37C965B54627}"/>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06DACF01-E6DD-EC6E-B519-2FFF4AC20632}"/>
              </a:ext>
            </a:extLst>
          </p:cNvPr>
          <p:cNvSpPr>
            <a:spLocks noGrp="1"/>
          </p:cNvSpPr>
          <p:nvPr>
            <p:ph type="sldNum" idx="12"/>
          </p:nvPr>
        </p:nvSpPr>
        <p:spPr/>
        <p:txBody>
          <a:bodyPr/>
          <a:lstStyle>
            <a:lvl1pPr>
              <a:defRPr/>
            </a:lvl1pPr>
          </a:lstStyle>
          <a:p>
            <a:fld id="{414C4765-3687-46B2-B0F5-0BEC24803327}" type="slidenum">
              <a:rPr lang="it-IT" altLang="en-US"/>
              <a:pPr/>
              <a:t>‹N›</a:t>
            </a:fld>
            <a:endParaRPr lang="it-IT" altLang="en-US"/>
          </a:p>
        </p:txBody>
      </p:sp>
    </p:spTree>
    <p:extLst>
      <p:ext uri="{BB962C8B-B14F-4D97-AF65-F5344CB8AC3E}">
        <p14:creationId xmlns:p14="http://schemas.microsoft.com/office/powerpoint/2010/main" val="1862661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85AEC-E3D9-5C3F-71D0-EE1B1A69A6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076226-92A8-8C5C-052A-46B49B037381}"/>
              </a:ext>
            </a:extLst>
          </p:cNvPr>
          <p:cNvSpPr>
            <a:spLocks noGrp="1"/>
          </p:cNvSpPr>
          <p:nvPr>
            <p:ph sz="half" idx="1"/>
          </p:nvPr>
        </p:nvSpPr>
        <p:spPr>
          <a:xfrm>
            <a:off x="503238" y="1439863"/>
            <a:ext cx="4459287" cy="3508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6FE5E7-2F60-40EA-9FA1-D58B08864447}"/>
              </a:ext>
            </a:extLst>
          </p:cNvPr>
          <p:cNvSpPr>
            <a:spLocks noGrp="1"/>
          </p:cNvSpPr>
          <p:nvPr>
            <p:ph sz="half" idx="2"/>
          </p:nvPr>
        </p:nvSpPr>
        <p:spPr>
          <a:xfrm>
            <a:off x="5114925" y="1439863"/>
            <a:ext cx="4459288" cy="3508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92E390E-CD59-6A1C-50D3-7006838DD6B1}"/>
              </a:ext>
            </a:extLst>
          </p:cNvPr>
          <p:cNvSpPr>
            <a:spLocks noGrp="1"/>
          </p:cNvSpPr>
          <p:nvPr>
            <p:ph type="dt" idx="10"/>
          </p:nvPr>
        </p:nvSpPr>
        <p:spPr/>
        <p:txBody>
          <a:bodyPr/>
          <a:lstStyle>
            <a:lvl1pPr>
              <a:defRPr/>
            </a:lvl1pPr>
          </a:lstStyle>
          <a:p>
            <a:endParaRPr lang="it-IT" altLang="en-US"/>
          </a:p>
        </p:txBody>
      </p:sp>
      <p:sp>
        <p:nvSpPr>
          <p:cNvPr id="6" name="Footer Placeholder 5">
            <a:extLst>
              <a:ext uri="{FF2B5EF4-FFF2-40B4-BE49-F238E27FC236}">
                <a16:creationId xmlns:a16="http://schemas.microsoft.com/office/drawing/2014/main" id="{4B23A4E3-C94C-E43C-22ED-42A211CC77C9}"/>
              </a:ext>
            </a:extLst>
          </p:cNvPr>
          <p:cNvSpPr>
            <a:spLocks noGrp="1"/>
          </p:cNvSpPr>
          <p:nvPr>
            <p:ph type="ftr" idx="11"/>
          </p:nvPr>
        </p:nvSpPr>
        <p:spPr/>
        <p:txBody>
          <a:bodyPr/>
          <a:lstStyle>
            <a:lvl1pPr>
              <a:defRPr/>
            </a:lvl1pPr>
          </a:lstStyle>
          <a:p>
            <a:endParaRPr lang="it-IT" altLang="en-US"/>
          </a:p>
        </p:txBody>
      </p:sp>
      <p:sp>
        <p:nvSpPr>
          <p:cNvPr id="7" name="Slide Number Placeholder 6">
            <a:extLst>
              <a:ext uri="{FF2B5EF4-FFF2-40B4-BE49-F238E27FC236}">
                <a16:creationId xmlns:a16="http://schemas.microsoft.com/office/drawing/2014/main" id="{98201306-3638-0D8C-6EE6-0FB71C136E19}"/>
              </a:ext>
            </a:extLst>
          </p:cNvPr>
          <p:cNvSpPr>
            <a:spLocks noGrp="1"/>
          </p:cNvSpPr>
          <p:nvPr>
            <p:ph type="sldNum" idx="12"/>
          </p:nvPr>
        </p:nvSpPr>
        <p:spPr/>
        <p:txBody>
          <a:bodyPr/>
          <a:lstStyle>
            <a:lvl1pPr>
              <a:defRPr/>
            </a:lvl1pPr>
          </a:lstStyle>
          <a:p>
            <a:fld id="{90A9BBED-A489-4975-BA93-C15684C4D695}" type="slidenum">
              <a:rPr lang="it-IT" altLang="en-US"/>
              <a:pPr/>
              <a:t>‹N›</a:t>
            </a:fld>
            <a:endParaRPr lang="it-IT" altLang="en-US"/>
          </a:p>
        </p:txBody>
      </p:sp>
    </p:spTree>
    <p:extLst>
      <p:ext uri="{BB962C8B-B14F-4D97-AF65-F5344CB8AC3E}">
        <p14:creationId xmlns:p14="http://schemas.microsoft.com/office/powerpoint/2010/main" val="303454393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B5228-CC6F-43DB-2776-461660CAB655}"/>
              </a:ext>
            </a:extLst>
          </p:cNvPr>
          <p:cNvSpPr>
            <a:spLocks noGrp="1"/>
          </p:cNvSpPr>
          <p:nvPr>
            <p:ph type="title"/>
          </p:nvPr>
        </p:nvSpPr>
        <p:spPr>
          <a:xfrm>
            <a:off x="693738" y="301625"/>
            <a:ext cx="8694737" cy="10969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FA5806-5CC3-D93A-6EE9-8724390C8179}"/>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255747-B20C-1A53-7C15-011D3A265C5C}"/>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59F683-E05F-7375-690A-2ECB05E92E52}"/>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352CB9-9A95-3C26-29E5-3888F571B3DB}"/>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5C94E1-1F89-6F2A-0234-227D51F0E0BC}"/>
              </a:ext>
            </a:extLst>
          </p:cNvPr>
          <p:cNvSpPr>
            <a:spLocks noGrp="1"/>
          </p:cNvSpPr>
          <p:nvPr>
            <p:ph type="dt" idx="10"/>
          </p:nvPr>
        </p:nvSpPr>
        <p:spPr/>
        <p:txBody>
          <a:bodyPr/>
          <a:lstStyle>
            <a:lvl1pPr>
              <a:defRPr/>
            </a:lvl1pPr>
          </a:lstStyle>
          <a:p>
            <a:endParaRPr lang="it-IT" altLang="en-US"/>
          </a:p>
        </p:txBody>
      </p:sp>
      <p:sp>
        <p:nvSpPr>
          <p:cNvPr id="8" name="Footer Placeholder 7">
            <a:extLst>
              <a:ext uri="{FF2B5EF4-FFF2-40B4-BE49-F238E27FC236}">
                <a16:creationId xmlns:a16="http://schemas.microsoft.com/office/drawing/2014/main" id="{9E5570CE-0E64-DFC2-8571-1D2D92E32A3A}"/>
              </a:ext>
            </a:extLst>
          </p:cNvPr>
          <p:cNvSpPr>
            <a:spLocks noGrp="1"/>
          </p:cNvSpPr>
          <p:nvPr>
            <p:ph type="ftr" idx="11"/>
          </p:nvPr>
        </p:nvSpPr>
        <p:spPr/>
        <p:txBody>
          <a:bodyPr/>
          <a:lstStyle>
            <a:lvl1pPr>
              <a:defRPr/>
            </a:lvl1pPr>
          </a:lstStyle>
          <a:p>
            <a:endParaRPr lang="it-IT" altLang="en-US"/>
          </a:p>
        </p:txBody>
      </p:sp>
      <p:sp>
        <p:nvSpPr>
          <p:cNvPr id="9" name="Slide Number Placeholder 8">
            <a:extLst>
              <a:ext uri="{FF2B5EF4-FFF2-40B4-BE49-F238E27FC236}">
                <a16:creationId xmlns:a16="http://schemas.microsoft.com/office/drawing/2014/main" id="{CDB9F0F5-7721-6932-DB01-A11D481342A8}"/>
              </a:ext>
            </a:extLst>
          </p:cNvPr>
          <p:cNvSpPr>
            <a:spLocks noGrp="1"/>
          </p:cNvSpPr>
          <p:nvPr>
            <p:ph type="sldNum" idx="12"/>
          </p:nvPr>
        </p:nvSpPr>
        <p:spPr/>
        <p:txBody>
          <a:bodyPr/>
          <a:lstStyle>
            <a:lvl1pPr>
              <a:defRPr/>
            </a:lvl1pPr>
          </a:lstStyle>
          <a:p>
            <a:fld id="{99DD4668-0B24-4334-AA13-2871A6AD3547}" type="slidenum">
              <a:rPr lang="it-IT" altLang="en-US"/>
              <a:pPr/>
              <a:t>‹N›</a:t>
            </a:fld>
            <a:endParaRPr lang="it-IT" altLang="en-US"/>
          </a:p>
        </p:txBody>
      </p:sp>
    </p:spTree>
    <p:extLst>
      <p:ext uri="{BB962C8B-B14F-4D97-AF65-F5344CB8AC3E}">
        <p14:creationId xmlns:p14="http://schemas.microsoft.com/office/powerpoint/2010/main" val="8369137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212CA-B869-6BA5-C0E7-74E6673D71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71BA46-8544-FC17-CC7B-C589A7D2995B}"/>
              </a:ext>
            </a:extLst>
          </p:cNvPr>
          <p:cNvSpPr>
            <a:spLocks noGrp="1"/>
          </p:cNvSpPr>
          <p:nvPr>
            <p:ph type="dt" idx="10"/>
          </p:nvPr>
        </p:nvSpPr>
        <p:spPr/>
        <p:txBody>
          <a:bodyPr/>
          <a:lstStyle>
            <a:lvl1pPr>
              <a:defRPr/>
            </a:lvl1pPr>
          </a:lstStyle>
          <a:p>
            <a:endParaRPr lang="it-IT" altLang="en-US"/>
          </a:p>
        </p:txBody>
      </p:sp>
      <p:sp>
        <p:nvSpPr>
          <p:cNvPr id="4" name="Footer Placeholder 3">
            <a:extLst>
              <a:ext uri="{FF2B5EF4-FFF2-40B4-BE49-F238E27FC236}">
                <a16:creationId xmlns:a16="http://schemas.microsoft.com/office/drawing/2014/main" id="{C6FD9A53-E40A-4203-69D3-713CF087FB6D}"/>
              </a:ext>
            </a:extLst>
          </p:cNvPr>
          <p:cNvSpPr>
            <a:spLocks noGrp="1"/>
          </p:cNvSpPr>
          <p:nvPr>
            <p:ph type="ftr" idx="11"/>
          </p:nvPr>
        </p:nvSpPr>
        <p:spPr/>
        <p:txBody>
          <a:bodyPr/>
          <a:lstStyle>
            <a:lvl1pPr>
              <a:defRPr/>
            </a:lvl1pPr>
          </a:lstStyle>
          <a:p>
            <a:endParaRPr lang="it-IT" altLang="en-US"/>
          </a:p>
        </p:txBody>
      </p:sp>
      <p:sp>
        <p:nvSpPr>
          <p:cNvPr id="5" name="Slide Number Placeholder 4">
            <a:extLst>
              <a:ext uri="{FF2B5EF4-FFF2-40B4-BE49-F238E27FC236}">
                <a16:creationId xmlns:a16="http://schemas.microsoft.com/office/drawing/2014/main" id="{3EFBDAE1-C84D-45A0-8C24-C5E0A1E05548}"/>
              </a:ext>
            </a:extLst>
          </p:cNvPr>
          <p:cNvSpPr>
            <a:spLocks noGrp="1"/>
          </p:cNvSpPr>
          <p:nvPr>
            <p:ph type="sldNum" idx="12"/>
          </p:nvPr>
        </p:nvSpPr>
        <p:spPr/>
        <p:txBody>
          <a:bodyPr/>
          <a:lstStyle>
            <a:lvl1pPr>
              <a:defRPr/>
            </a:lvl1pPr>
          </a:lstStyle>
          <a:p>
            <a:fld id="{E79FFE2E-B628-45AB-AC6B-B406BFA63A52}" type="slidenum">
              <a:rPr lang="it-IT" altLang="en-US"/>
              <a:pPr/>
              <a:t>‹N›</a:t>
            </a:fld>
            <a:endParaRPr lang="it-IT" altLang="en-US"/>
          </a:p>
        </p:txBody>
      </p:sp>
    </p:spTree>
    <p:extLst>
      <p:ext uri="{BB962C8B-B14F-4D97-AF65-F5344CB8AC3E}">
        <p14:creationId xmlns:p14="http://schemas.microsoft.com/office/powerpoint/2010/main" val="39604900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9EA531-07CF-8394-9598-A7CB116A1D44}"/>
              </a:ext>
            </a:extLst>
          </p:cNvPr>
          <p:cNvSpPr>
            <a:spLocks noGrp="1"/>
          </p:cNvSpPr>
          <p:nvPr>
            <p:ph type="dt" idx="10"/>
          </p:nvPr>
        </p:nvSpPr>
        <p:spPr/>
        <p:txBody>
          <a:bodyPr/>
          <a:lstStyle>
            <a:lvl1pPr>
              <a:defRPr/>
            </a:lvl1pPr>
          </a:lstStyle>
          <a:p>
            <a:endParaRPr lang="it-IT" altLang="en-US"/>
          </a:p>
        </p:txBody>
      </p:sp>
      <p:sp>
        <p:nvSpPr>
          <p:cNvPr id="3" name="Footer Placeholder 2">
            <a:extLst>
              <a:ext uri="{FF2B5EF4-FFF2-40B4-BE49-F238E27FC236}">
                <a16:creationId xmlns:a16="http://schemas.microsoft.com/office/drawing/2014/main" id="{10EDB906-B320-2FC2-07CD-7C9BDB4423A4}"/>
              </a:ext>
            </a:extLst>
          </p:cNvPr>
          <p:cNvSpPr>
            <a:spLocks noGrp="1"/>
          </p:cNvSpPr>
          <p:nvPr>
            <p:ph type="ftr" idx="11"/>
          </p:nvPr>
        </p:nvSpPr>
        <p:spPr/>
        <p:txBody>
          <a:bodyPr/>
          <a:lstStyle>
            <a:lvl1pPr>
              <a:defRPr/>
            </a:lvl1pPr>
          </a:lstStyle>
          <a:p>
            <a:endParaRPr lang="it-IT" altLang="en-US"/>
          </a:p>
        </p:txBody>
      </p:sp>
      <p:sp>
        <p:nvSpPr>
          <p:cNvPr id="4" name="Slide Number Placeholder 3">
            <a:extLst>
              <a:ext uri="{FF2B5EF4-FFF2-40B4-BE49-F238E27FC236}">
                <a16:creationId xmlns:a16="http://schemas.microsoft.com/office/drawing/2014/main" id="{D270A563-0EA8-2C3F-CA66-BC0CC29F31BD}"/>
              </a:ext>
            </a:extLst>
          </p:cNvPr>
          <p:cNvSpPr>
            <a:spLocks noGrp="1"/>
          </p:cNvSpPr>
          <p:nvPr>
            <p:ph type="sldNum" idx="12"/>
          </p:nvPr>
        </p:nvSpPr>
        <p:spPr/>
        <p:txBody>
          <a:bodyPr/>
          <a:lstStyle>
            <a:lvl1pPr>
              <a:defRPr/>
            </a:lvl1pPr>
          </a:lstStyle>
          <a:p>
            <a:fld id="{46333583-F411-4964-AAD8-42669D4D5305}" type="slidenum">
              <a:rPr lang="it-IT" altLang="en-US"/>
              <a:pPr/>
              <a:t>‹N›</a:t>
            </a:fld>
            <a:endParaRPr lang="it-IT" altLang="en-US"/>
          </a:p>
        </p:txBody>
      </p:sp>
    </p:spTree>
    <p:extLst>
      <p:ext uri="{BB962C8B-B14F-4D97-AF65-F5344CB8AC3E}">
        <p14:creationId xmlns:p14="http://schemas.microsoft.com/office/powerpoint/2010/main" val="35679285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21271-48FA-2B2E-F333-7ABA5A1CC44A}"/>
              </a:ext>
            </a:extLst>
          </p:cNvPr>
          <p:cNvSpPr>
            <a:spLocks noGrp="1"/>
          </p:cNvSpPr>
          <p:nvPr>
            <p:ph type="title"/>
          </p:nvPr>
        </p:nvSpPr>
        <p:spPr>
          <a:xfrm>
            <a:off x="693738" y="377825"/>
            <a:ext cx="3251200" cy="1323975"/>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82E7B3-8FB2-B62C-947F-1437835CF753}"/>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E41259-7902-F6C3-6518-C15B1C8D82B4}"/>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6B1D42-BB70-A31A-92E8-438E07BD7562}"/>
              </a:ext>
            </a:extLst>
          </p:cNvPr>
          <p:cNvSpPr>
            <a:spLocks noGrp="1"/>
          </p:cNvSpPr>
          <p:nvPr>
            <p:ph type="dt" idx="10"/>
          </p:nvPr>
        </p:nvSpPr>
        <p:spPr/>
        <p:txBody>
          <a:bodyPr/>
          <a:lstStyle>
            <a:lvl1pPr>
              <a:defRPr/>
            </a:lvl1pPr>
          </a:lstStyle>
          <a:p>
            <a:endParaRPr lang="it-IT" altLang="en-US"/>
          </a:p>
        </p:txBody>
      </p:sp>
      <p:sp>
        <p:nvSpPr>
          <p:cNvPr id="6" name="Footer Placeholder 5">
            <a:extLst>
              <a:ext uri="{FF2B5EF4-FFF2-40B4-BE49-F238E27FC236}">
                <a16:creationId xmlns:a16="http://schemas.microsoft.com/office/drawing/2014/main" id="{EE9EE117-63BC-A888-77DB-9DE77D53FC66}"/>
              </a:ext>
            </a:extLst>
          </p:cNvPr>
          <p:cNvSpPr>
            <a:spLocks noGrp="1"/>
          </p:cNvSpPr>
          <p:nvPr>
            <p:ph type="ftr" idx="11"/>
          </p:nvPr>
        </p:nvSpPr>
        <p:spPr/>
        <p:txBody>
          <a:bodyPr/>
          <a:lstStyle>
            <a:lvl1pPr>
              <a:defRPr/>
            </a:lvl1pPr>
          </a:lstStyle>
          <a:p>
            <a:endParaRPr lang="it-IT" altLang="en-US"/>
          </a:p>
        </p:txBody>
      </p:sp>
      <p:sp>
        <p:nvSpPr>
          <p:cNvPr id="7" name="Slide Number Placeholder 6">
            <a:extLst>
              <a:ext uri="{FF2B5EF4-FFF2-40B4-BE49-F238E27FC236}">
                <a16:creationId xmlns:a16="http://schemas.microsoft.com/office/drawing/2014/main" id="{05CF03D5-316E-CC3E-A6EA-9F8F5D198785}"/>
              </a:ext>
            </a:extLst>
          </p:cNvPr>
          <p:cNvSpPr>
            <a:spLocks noGrp="1"/>
          </p:cNvSpPr>
          <p:nvPr>
            <p:ph type="sldNum" idx="12"/>
          </p:nvPr>
        </p:nvSpPr>
        <p:spPr/>
        <p:txBody>
          <a:bodyPr/>
          <a:lstStyle>
            <a:lvl1pPr>
              <a:defRPr/>
            </a:lvl1pPr>
          </a:lstStyle>
          <a:p>
            <a:fld id="{105A5F63-4E29-4416-A03A-0F5CF06653BB}" type="slidenum">
              <a:rPr lang="it-IT" altLang="en-US"/>
              <a:pPr/>
              <a:t>‹N›</a:t>
            </a:fld>
            <a:endParaRPr lang="it-IT" altLang="en-US"/>
          </a:p>
        </p:txBody>
      </p:sp>
    </p:spTree>
    <p:extLst>
      <p:ext uri="{BB962C8B-B14F-4D97-AF65-F5344CB8AC3E}">
        <p14:creationId xmlns:p14="http://schemas.microsoft.com/office/powerpoint/2010/main" val="29218568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ECE91-5B3E-321B-27D3-1F358468D353}"/>
              </a:ext>
            </a:extLst>
          </p:cNvPr>
          <p:cNvSpPr>
            <a:spLocks noGrp="1"/>
          </p:cNvSpPr>
          <p:nvPr>
            <p:ph type="title"/>
          </p:nvPr>
        </p:nvSpPr>
        <p:spPr>
          <a:xfrm>
            <a:off x="693738" y="377825"/>
            <a:ext cx="3251200" cy="1323975"/>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6C3F6F-EA53-C4F5-175A-20D780CE8040}"/>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74A649-D436-AE71-00AA-873E7E89A4A8}"/>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9E9CA0-1BE0-C3E9-34E3-A68F21A5549F}"/>
              </a:ext>
            </a:extLst>
          </p:cNvPr>
          <p:cNvSpPr>
            <a:spLocks noGrp="1"/>
          </p:cNvSpPr>
          <p:nvPr>
            <p:ph type="dt" idx="10"/>
          </p:nvPr>
        </p:nvSpPr>
        <p:spPr/>
        <p:txBody>
          <a:bodyPr/>
          <a:lstStyle>
            <a:lvl1pPr>
              <a:defRPr/>
            </a:lvl1pPr>
          </a:lstStyle>
          <a:p>
            <a:endParaRPr lang="it-IT" altLang="en-US"/>
          </a:p>
        </p:txBody>
      </p:sp>
      <p:sp>
        <p:nvSpPr>
          <p:cNvPr id="6" name="Footer Placeholder 5">
            <a:extLst>
              <a:ext uri="{FF2B5EF4-FFF2-40B4-BE49-F238E27FC236}">
                <a16:creationId xmlns:a16="http://schemas.microsoft.com/office/drawing/2014/main" id="{C1A8A8DC-8D97-A197-4909-8A4BDDAB769B}"/>
              </a:ext>
            </a:extLst>
          </p:cNvPr>
          <p:cNvSpPr>
            <a:spLocks noGrp="1"/>
          </p:cNvSpPr>
          <p:nvPr>
            <p:ph type="ftr" idx="11"/>
          </p:nvPr>
        </p:nvSpPr>
        <p:spPr/>
        <p:txBody>
          <a:bodyPr/>
          <a:lstStyle>
            <a:lvl1pPr>
              <a:defRPr/>
            </a:lvl1pPr>
          </a:lstStyle>
          <a:p>
            <a:endParaRPr lang="it-IT" altLang="en-US"/>
          </a:p>
        </p:txBody>
      </p:sp>
      <p:sp>
        <p:nvSpPr>
          <p:cNvPr id="7" name="Slide Number Placeholder 6">
            <a:extLst>
              <a:ext uri="{FF2B5EF4-FFF2-40B4-BE49-F238E27FC236}">
                <a16:creationId xmlns:a16="http://schemas.microsoft.com/office/drawing/2014/main" id="{9ADFF1BD-8956-1961-95FE-AEF2A5662CE6}"/>
              </a:ext>
            </a:extLst>
          </p:cNvPr>
          <p:cNvSpPr>
            <a:spLocks noGrp="1"/>
          </p:cNvSpPr>
          <p:nvPr>
            <p:ph type="sldNum" idx="12"/>
          </p:nvPr>
        </p:nvSpPr>
        <p:spPr/>
        <p:txBody>
          <a:bodyPr/>
          <a:lstStyle>
            <a:lvl1pPr>
              <a:defRPr/>
            </a:lvl1pPr>
          </a:lstStyle>
          <a:p>
            <a:fld id="{4DD40BBD-41CF-4022-A805-85402117B7BA}" type="slidenum">
              <a:rPr lang="it-IT" altLang="en-US"/>
              <a:pPr/>
              <a:t>‹N›</a:t>
            </a:fld>
            <a:endParaRPr lang="it-IT" altLang="en-US"/>
          </a:p>
        </p:txBody>
      </p:sp>
    </p:spTree>
    <p:extLst>
      <p:ext uri="{BB962C8B-B14F-4D97-AF65-F5344CB8AC3E}">
        <p14:creationId xmlns:p14="http://schemas.microsoft.com/office/powerpoint/2010/main" val="8776315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C778D-6E1E-4A9A-74B5-C2D856643A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6DEE7B-E365-D703-ECCA-A2729F2E94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8AC1C2-AFAA-799C-2ACD-B4B75CF8516D}"/>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419B97E5-AA3D-85B1-3437-5F2F9793653F}"/>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12D4C550-A65A-6274-DDAA-932F67813D85}"/>
              </a:ext>
            </a:extLst>
          </p:cNvPr>
          <p:cNvSpPr>
            <a:spLocks noGrp="1"/>
          </p:cNvSpPr>
          <p:nvPr>
            <p:ph type="sldNum" idx="12"/>
          </p:nvPr>
        </p:nvSpPr>
        <p:spPr/>
        <p:txBody>
          <a:bodyPr/>
          <a:lstStyle>
            <a:lvl1pPr>
              <a:defRPr/>
            </a:lvl1pPr>
          </a:lstStyle>
          <a:p>
            <a:fld id="{74F8B399-EBC3-4A91-A9C7-0244D3F4C379}" type="slidenum">
              <a:rPr lang="it-IT" altLang="en-US"/>
              <a:pPr/>
              <a:t>‹N›</a:t>
            </a:fld>
            <a:endParaRPr lang="it-IT" altLang="en-US"/>
          </a:p>
        </p:txBody>
      </p:sp>
    </p:spTree>
    <p:extLst>
      <p:ext uri="{BB962C8B-B14F-4D97-AF65-F5344CB8AC3E}">
        <p14:creationId xmlns:p14="http://schemas.microsoft.com/office/powerpoint/2010/main" val="32837289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958C9-FFB3-FA9E-A4A2-CD0B2DF4FD39}"/>
              </a:ext>
            </a:extLst>
          </p:cNvPr>
          <p:cNvSpPr>
            <a:spLocks noGrp="1"/>
          </p:cNvSpPr>
          <p:nvPr>
            <p:ph type="title" orient="vert"/>
          </p:nvPr>
        </p:nvSpPr>
        <p:spPr>
          <a:xfrm>
            <a:off x="7307263" y="90488"/>
            <a:ext cx="2266950" cy="485775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ADFC99-98B1-7FEC-5B02-A0D3C8BB7C3E}"/>
              </a:ext>
            </a:extLst>
          </p:cNvPr>
          <p:cNvSpPr>
            <a:spLocks noGrp="1"/>
          </p:cNvSpPr>
          <p:nvPr>
            <p:ph type="body" orient="vert" idx="1"/>
          </p:nvPr>
        </p:nvSpPr>
        <p:spPr>
          <a:xfrm>
            <a:off x="503238" y="90488"/>
            <a:ext cx="6651625" cy="4857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9FC054-3329-C873-25FF-E5782A7C2DF5}"/>
              </a:ext>
            </a:extLst>
          </p:cNvPr>
          <p:cNvSpPr>
            <a:spLocks noGrp="1"/>
          </p:cNvSpPr>
          <p:nvPr>
            <p:ph type="dt" idx="10"/>
          </p:nvPr>
        </p:nvSpPr>
        <p:spPr/>
        <p:txBody>
          <a:bodyPr/>
          <a:lstStyle>
            <a:lvl1pPr>
              <a:defRPr/>
            </a:lvl1pPr>
          </a:lstStyle>
          <a:p>
            <a:endParaRPr lang="it-IT" altLang="en-US"/>
          </a:p>
        </p:txBody>
      </p:sp>
      <p:sp>
        <p:nvSpPr>
          <p:cNvPr id="5" name="Footer Placeholder 4">
            <a:extLst>
              <a:ext uri="{FF2B5EF4-FFF2-40B4-BE49-F238E27FC236}">
                <a16:creationId xmlns:a16="http://schemas.microsoft.com/office/drawing/2014/main" id="{958460F0-C912-98E6-26CA-4B569F631A8E}"/>
              </a:ext>
            </a:extLst>
          </p:cNvPr>
          <p:cNvSpPr>
            <a:spLocks noGrp="1"/>
          </p:cNvSpPr>
          <p:nvPr>
            <p:ph type="ftr" idx="11"/>
          </p:nvPr>
        </p:nvSpPr>
        <p:spPr/>
        <p:txBody>
          <a:bodyPr/>
          <a:lstStyle>
            <a:lvl1pPr>
              <a:defRPr/>
            </a:lvl1pPr>
          </a:lstStyle>
          <a:p>
            <a:endParaRPr lang="it-IT" altLang="en-US"/>
          </a:p>
        </p:txBody>
      </p:sp>
      <p:sp>
        <p:nvSpPr>
          <p:cNvPr id="6" name="Slide Number Placeholder 5">
            <a:extLst>
              <a:ext uri="{FF2B5EF4-FFF2-40B4-BE49-F238E27FC236}">
                <a16:creationId xmlns:a16="http://schemas.microsoft.com/office/drawing/2014/main" id="{303DD310-F4B7-1B7D-7D06-F0F0CA035783}"/>
              </a:ext>
            </a:extLst>
          </p:cNvPr>
          <p:cNvSpPr>
            <a:spLocks noGrp="1"/>
          </p:cNvSpPr>
          <p:nvPr>
            <p:ph type="sldNum" idx="12"/>
          </p:nvPr>
        </p:nvSpPr>
        <p:spPr/>
        <p:txBody>
          <a:bodyPr/>
          <a:lstStyle>
            <a:lvl1pPr>
              <a:defRPr/>
            </a:lvl1pPr>
          </a:lstStyle>
          <a:p>
            <a:fld id="{4B39BCA6-C89B-499F-B280-858B6EBA1063}" type="slidenum">
              <a:rPr lang="it-IT" altLang="en-US"/>
              <a:pPr/>
              <a:t>‹N›</a:t>
            </a:fld>
            <a:endParaRPr lang="it-IT" altLang="en-US"/>
          </a:p>
        </p:txBody>
      </p:sp>
    </p:spTree>
    <p:extLst>
      <p:ext uri="{BB962C8B-B14F-4D97-AF65-F5344CB8AC3E}">
        <p14:creationId xmlns:p14="http://schemas.microsoft.com/office/powerpoint/2010/main" val="27920406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66BC3-EC64-2C41-C737-79D6C6F1CE41}"/>
              </a:ext>
            </a:extLst>
          </p:cNvPr>
          <p:cNvSpPr>
            <a:spLocks noGrp="1"/>
          </p:cNvSpPr>
          <p:nvPr>
            <p:ph type="title"/>
          </p:nvPr>
        </p:nvSpPr>
        <p:spPr>
          <a:xfrm>
            <a:off x="503238" y="90488"/>
            <a:ext cx="9070975" cy="989012"/>
          </a:xfrm>
        </p:spPr>
        <p:txBody>
          <a:bodyPr/>
          <a:lstStyle/>
          <a:p>
            <a:r>
              <a:rPr lang="en-US"/>
              <a:t>Click to edit Master title style</a:t>
            </a:r>
          </a:p>
        </p:txBody>
      </p:sp>
      <p:sp>
        <p:nvSpPr>
          <p:cNvPr id="3" name="Date Placeholder 2">
            <a:extLst>
              <a:ext uri="{FF2B5EF4-FFF2-40B4-BE49-F238E27FC236}">
                <a16:creationId xmlns:a16="http://schemas.microsoft.com/office/drawing/2014/main" id="{AD3A5EF1-E082-672F-A6E6-A6E3D3B44411}"/>
              </a:ext>
            </a:extLst>
          </p:cNvPr>
          <p:cNvSpPr>
            <a:spLocks noGrp="1"/>
          </p:cNvSpPr>
          <p:nvPr>
            <p:ph type="dt" idx="10"/>
          </p:nvPr>
        </p:nvSpPr>
        <p:spPr>
          <a:xfrm>
            <a:off x="503238" y="5129213"/>
            <a:ext cx="2338387" cy="447675"/>
          </a:xfrm>
        </p:spPr>
        <p:txBody>
          <a:bodyPr/>
          <a:lstStyle>
            <a:lvl1pPr>
              <a:defRPr/>
            </a:lvl1pPr>
          </a:lstStyle>
          <a:p>
            <a:endParaRPr lang="it-IT" altLang="en-US"/>
          </a:p>
        </p:txBody>
      </p:sp>
      <p:sp>
        <p:nvSpPr>
          <p:cNvPr id="4" name="Footer Placeholder 3">
            <a:extLst>
              <a:ext uri="{FF2B5EF4-FFF2-40B4-BE49-F238E27FC236}">
                <a16:creationId xmlns:a16="http://schemas.microsoft.com/office/drawing/2014/main" id="{F4B27539-D9B1-DD8E-CFD6-4736BED79EE5}"/>
              </a:ext>
            </a:extLst>
          </p:cNvPr>
          <p:cNvSpPr>
            <a:spLocks noGrp="1"/>
          </p:cNvSpPr>
          <p:nvPr>
            <p:ph type="ftr" idx="11"/>
          </p:nvPr>
        </p:nvSpPr>
        <p:spPr>
          <a:xfrm>
            <a:off x="3419475" y="5129213"/>
            <a:ext cx="3238500" cy="447675"/>
          </a:xfrm>
        </p:spPr>
        <p:txBody>
          <a:bodyPr/>
          <a:lstStyle>
            <a:lvl1pPr>
              <a:defRPr/>
            </a:lvl1pPr>
          </a:lstStyle>
          <a:p>
            <a:endParaRPr lang="it-IT" altLang="en-US"/>
          </a:p>
        </p:txBody>
      </p:sp>
      <p:sp>
        <p:nvSpPr>
          <p:cNvPr id="5" name="Slide Number Placeholder 4">
            <a:extLst>
              <a:ext uri="{FF2B5EF4-FFF2-40B4-BE49-F238E27FC236}">
                <a16:creationId xmlns:a16="http://schemas.microsoft.com/office/drawing/2014/main" id="{3473A4DC-03F7-81F3-BDAD-D9EF8D18B320}"/>
              </a:ext>
            </a:extLst>
          </p:cNvPr>
          <p:cNvSpPr>
            <a:spLocks noGrp="1"/>
          </p:cNvSpPr>
          <p:nvPr>
            <p:ph type="sldNum" idx="12"/>
          </p:nvPr>
        </p:nvSpPr>
        <p:spPr>
          <a:xfrm>
            <a:off x="7235825" y="5129213"/>
            <a:ext cx="2338388" cy="447675"/>
          </a:xfrm>
        </p:spPr>
        <p:txBody>
          <a:bodyPr/>
          <a:lstStyle>
            <a:lvl1pPr>
              <a:defRPr/>
            </a:lvl1pPr>
          </a:lstStyle>
          <a:p>
            <a:fld id="{75B789D8-EF73-4DF4-8ACB-0771F68431A7}" type="slidenum">
              <a:rPr lang="it-IT" altLang="en-US"/>
              <a:pPr/>
              <a:t>‹N›</a:t>
            </a:fld>
            <a:endParaRPr lang="it-IT" altLang="en-US"/>
          </a:p>
        </p:txBody>
      </p:sp>
    </p:spTree>
    <p:extLst>
      <p:ext uri="{BB962C8B-B14F-4D97-AF65-F5344CB8AC3E}">
        <p14:creationId xmlns:p14="http://schemas.microsoft.com/office/powerpoint/2010/main" val="3879922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image" Target="../media/image1.wmf"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 /><Relationship Id="rId13" Type="http://schemas.openxmlformats.org/officeDocument/2006/relationships/theme" Target="../theme/theme2.xml" /><Relationship Id="rId3" Type="http://schemas.openxmlformats.org/officeDocument/2006/relationships/slideLayout" Target="../slideLayouts/slideLayout15.xml" /><Relationship Id="rId7" Type="http://schemas.openxmlformats.org/officeDocument/2006/relationships/slideLayout" Target="../slideLayouts/slideLayout19.xml" /><Relationship Id="rId12" Type="http://schemas.openxmlformats.org/officeDocument/2006/relationships/slideLayout" Target="../slideLayouts/slideLayout24.xml" /><Relationship Id="rId2" Type="http://schemas.openxmlformats.org/officeDocument/2006/relationships/slideLayout" Target="../slideLayouts/slideLayout14.xml" /><Relationship Id="rId1" Type="http://schemas.openxmlformats.org/officeDocument/2006/relationships/slideLayout" Target="../slideLayouts/slideLayout13.xml" /><Relationship Id="rId6" Type="http://schemas.openxmlformats.org/officeDocument/2006/relationships/slideLayout" Target="../slideLayouts/slideLayout18.xml" /><Relationship Id="rId11" Type="http://schemas.openxmlformats.org/officeDocument/2006/relationships/slideLayout" Target="../slideLayouts/slideLayout23.xml" /><Relationship Id="rId5" Type="http://schemas.openxmlformats.org/officeDocument/2006/relationships/slideLayout" Target="../slideLayouts/slideLayout17.xml" /><Relationship Id="rId10" Type="http://schemas.openxmlformats.org/officeDocument/2006/relationships/slideLayout" Target="../slideLayouts/slideLayout22.xml" /><Relationship Id="rId4" Type="http://schemas.openxmlformats.org/officeDocument/2006/relationships/slideLayout" Target="../slideLayouts/slideLayout16.xml" /><Relationship Id="rId9" Type="http://schemas.openxmlformats.org/officeDocument/2006/relationships/slideLayout" Target="../slideLayouts/slideLayout21.xml" /><Relationship Id="rId14" Type="http://schemas.openxmlformats.org/officeDocument/2006/relationships/image" Target="../media/image2.wmf" /></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 /><Relationship Id="rId13" Type="http://schemas.openxmlformats.org/officeDocument/2006/relationships/image" Target="../media/image3.wmf" /><Relationship Id="rId3" Type="http://schemas.openxmlformats.org/officeDocument/2006/relationships/slideLayout" Target="../slideLayouts/slideLayout27.xml" /><Relationship Id="rId7" Type="http://schemas.openxmlformats.org/officeDocument/2006/relationships/slideLayout" Target="../slideLayouts/slideLayout31.xml" /><Relationship Id="rId12" Type="http://schemas.openxmlformats.org/officeDocument/2006/relationships/theme" Target="../theme/theme3.xml" /><Relationship Id="rId2" Type="http://schemas.openxmlformats.org/officeDocument/2006/relationships/slideLayout" Target="../slideLayouts/slideLayout26.xml" /><Relationship Id="rId1" Type="http://schemas.openxmlformats.org/officeDocument/2006/relationships/slideLayout" Target="../slideLayouts/slideLayout25.xml" /><Relationship Id="rId6" Type="http://schemas.openxmlformats.org/officeDocument/2006/relationships/slideLayout" Target="../slideLayouts/slideLayout30.xml" /><Relationship Id="rId11" Type="http://schemas.openxmlformats.org/officeDocument/2006/relationships/slideLayout" Target="../slideLayouts/slideLayout35.xml" /><Relationship Id="rId5" Type="http://schemas.openxmlformats.org/officeDocument/2006/relationships/slideLayout" Target="../slideLayouts/slideLayout29.xml" /><Relationship Id="rId10" Type="http://schemas.openxmlformats.org/officeDocument/2006/relationships/slideLayout" Target="../slideLayouts/slideLayout34.xml" /><Relationship Id="rId4" Type="http://schemas.openxmlformats.org/officeDocument/2006/relationships/slideLayout" Target="../slideLayouts/slideLayout28.xml" /><Relationship Id="rId9" Type="http://schemas.openxmlformats.org/officeDocument/2006/relationships/slideLayout" Target="../slideLayouts/slideLayout33.xml" /><Relationship Id="rId14" Type="http://schemas.openxmlformats.org/officeDocument/2006/relationships/image" Target="../media/image4.wmf" /></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 /><Relationship Id="rId13" Type="http://schemas.openxmlformats.org/officeDocument/2006/relationships/theme" Target="../theme/theme4.xml" /><Relationship Id="rId3" Type="http://schemas.openxmlformats.org/officeDocument/2006/relationships/slideLayout" Target="../slideLayouts/slideLayout38.xml" /><Relationship Id="rId7" Type="http://schemas.openxmlformats.org/officeDocument/2006/relationships/slideLayout" Target="../slideLayouts/slideLayout42.xml" /><Relationship Id="rId12" Type="http://schemas.openxmlformats.org/officeDocument/2006/relationships/slideLayout" Target="../slideLayouts/slideLayout47.xml" /><Relationship Id="rId2" Type="http://schemas.openxmlformats.org/officeDocument/2006/relationships/slideLayout" Target="../slideLayouts/slideLayout37.xml" /><Relationship Id="rId1" Type="http://schemas.openxmlformats.org/officeDocument/2006/relationships/slideLayout" Target="../slideLayouts/slideLayout36.xml" /><Relationship Id="rId6" Type="http://schemas.openxmlformats.org/officeDocument/2006/relationships/slideLayout" Target="../slideLayouts/slideLayout41.xml" /><Relationship Id="rId11" Type="http://schemas.openxmlformats.org/officeDocument/2006/relationships/slideLayout" Target="../slideLayouts/slideLayout46.xml" /><Relationship Id="rId5" Type="http://schemas.openxmlformats.org/officeDocument/2006/relationships/slideLayout" Target="../slideLayouts/slideLayout40.xml" /><Relationship Id="rId10" Type="http://schemas.openxmlformats.org/officeDocument/2006/relationships/slideLayout" Target="../slideLayouts/slideLayout45.xml" /><Relationship Id="rId4" Type="http://schemas.openxmlformats.org/officeDocument/2006/relationships/slideLayout" Target="../slideLayouts/slideLayout39.xml" /><Relationship Id="rId9" Type="http://schemas.openxmlformats.org/officeDocument/2006/relationships/slideLayout" Target="../slideLayouts/slideLayout44.xml" /><Relationship Id="rId14" Type="http://schemas.openxmlformats.org/officeDocument/2006/relationships/image" Target="../media/image2.wmf"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5" name="Picture 1">
            <a:extLst>
              <a:ext uri="{FF2B5EF4-FFF2-40B4-BE49-F238E27FC236}">
                <a16:creationId xmlns:a16="http://schemas.microsoft.com/office/drawing/2014/main" id="{FE0811A7-3963-AE91-9E82-8A1B4A9263C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3729038"/>
            <a:ext cx="10080625" cy="1941512"/>
          </a:xfrm>
          <a:prstGeom prst="rect">
            <a:avLst/>
          </a:prstGeom>
          <a:noFill/>
          <a:effectLst>
            <a:outerShdw dist="25200" dir="16200000" algn="ctr" rotWithShape="0">
              <a:srgbClr val="F49100"/>
            </a:outerShdw>
          </a:effectLst>
          <a:extLst>
            <a:ext uri="{909E8E84-426E-40DD-AFC4-6F175D3DCCD1}">
              <a14:hiddenFill xmlns:a14="http://schemas.microsoft.com/office/drawing/2010/main">
                <a:blipFill dpi="0" rotWithShape="0">
                  <a:blip/>
                  <a:srcRect/>
                  <a:stretch>
                    <a:fillRect/>
                  </a:stretch>
                </a:blipFill>
              </a14:hiddenFill>
            </a:ext>
          </a:extLst>
        </p:spPr>
      </p:pic>
      <p:sp>
        <p:nvSpPr>
          <p:cNvPr id="1026" name="Rectangle 2">
            <a:extLst>
              <a:ext uri="{FF2B5EF4-FFF2-40B4-BE49-F238E27FC236}">
                <a16:creationId xmlns:a16="http://schemas.microsoft.com/office/drawing/2014/main" id="{E5280C76-D9D5-691D-854C-EBFA14DA073F}"/>
              </a:ext>
            </a:extLst>
          </p:cNvPr>
          <p:cNvSpPr>
            <a:spLocks noGrp="1" noChangeArrowheads="1"/>
          </p:cNvSpPr>
          <p:nvPr>
            <p:ph type="dt"/>
          </p:nvPr>
        </p:nvSpPr>
        <p:spPr bwMode="auto">
          <a:xfrm>
            <a:off x="503238" y="5129213"/>
            <a:ext cx="2338387"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tabLst>
                <a:tab pos="449263" algn="l"/>
                <a:tab pos="898525" algn="l"/>
                <a:tab pos="1347788" algn="l"/>
                <a:tab pos="1797050" algn="l"/>
                <a:tab pos="2246313" algn="l"/>
              </a:tabLst>
              <a:defRPr sz="1400">
                <a:solidFill>
                  <a:srgbClr val="DBF5F9"/>
                </a:solidFill>
              </a:defRPr>
            </a:lvl1pPr>
          </a:lstStyle>
          <a:p>
            <a:endParaRPr lang="it-IT" altLang="en-US"/>
          </a:p>
        </p:txBody>
      </p:sp>
      <p:sp>
        <p:nvSpPr>
          <p:cNvPr id="1027" name="Rectangle 3">
            <a:extLst>
              <a:ext uri="{FF2B5EF4-FFF2-40B4-BE49-F238E27FC236}">
                <a16:creationId xmlns:a16="http://schemas.microsoft.com/office/drawing/2014/main" id="{BCCE802F-C206-FD34-35A5-2B22154816DD}"/>
              </a:ext>
            </a:extLst>
          </p:cNvPr>
          <p:cNvSpPr>
            <a:spLocks noGrp="1" noChangeArrowheads="1"/>
          </p:cNvSpPr>
          <p:nvPr>
            <p:ph type="ftr"/>
          </p:nvPr>
        </p:nvSpPr>
        <p:spPr bwMode="auto">
          <a:xfrm>
            <a:off x="3419475" y="5129213"/>
            <a:ext cx="323850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tabLst>
                <a:tab pos="449263" algn="l"/>
                <a:tab pos="898525" algn="l"/>
                <a:tab pos="1347788" algn="l"/>
                <a:tab pos="1797050" algn="l"/>
                <a:tab pos="2246313" algn="l"/>
                <a:tab pos="2695575" algn="l"/>
                <a:tab pos="3144838" algn="l"/>
              </a:tabLst>
              <a:defRPr sz="1400">
                <a:solidFill>
                  <a:srgbClr val="DBF5F9"/>
                </a:solidFill>
              </a:defRPr>
            </a:lvl1pPr>
          </a:lstStyle>
          <a:p>
            <a:endParaRPr lang="it-IT" altLang="en-US"/>
          </a:p>
        </p:txBody>
      </p:sp>
      <p:sp>
        <p:nvSpPr>
          <p:cNvPr id="1028" name="Rectangle 4">
            <a:extLst>
              <a:ext uri="{FF2B5EF4-FFF2-40B4-BE49-F238E27FC236}">
                <a16:creationId xmlns:a16="http://schemas.microsoft.com/office/drawing/2014/main" id="{674C4444-9987-8820-9677-3C5D58501F8A}"/>
              </a:ext>
            </a:extLst>
          </p:cNvPr>
          <p:cNvSpPr>
            <a:spLocks noGrp="1" noChangeArrowheads="1"/>
          </p:cNvSpPr>
          <p:nvPr>
            <p:ph type="sldNum"/>
          </p:nvPr>
        </p:nvSpPr>
        <p:spPr bwMode="auto">
          <a:xfrm>
            <a:off x="7235825" y="5129213"/>
            <a:ext cx="2338388"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tabLst>
                <a:tab pos="449263" algn="l"/>
                <a:tab pos="898525" algn="l"/>
                <a:tab pos="1347788" algn="l"/>
                <a:tab pos="1797050" algn="l"/>
                <a:tab pos="2246313" algn="l"/>
              </a:tabLst>
              <a:defRPr sz="1400">
                <a:solidFill>
                  <a:srgbClr val="DBF5F9"/>
                </a:solidFill>
              </a:defRPr>
            </a:lvl1pPr>
          </a:lstStyle>
          <a:p>
            <a:fld id="{1740DE29-98EB-450F-B6CE-5AED81F11642}" type="slidenum">
              <a:rPr lang="it-IT" altLang="en-US"/>
              <a:pPr/>
              <a:t>‹N›</a:t>
            </a:fld>
            <a:endParaRPr lang="it-IT" altLang="en-US"/>
          </a:p>
        </p:txBody>
      </p:sp>
      <p:sp>
        <p:nvSpPr>
          <p:cNvPr id="1029" name="Rectangle 5">
            <a:extLst>
              <a:ext uri="{FF2B5EF4-FFF2-40B4-BE49-F238E27FC236}">
                <a16:creationId xmlns:a16="http://schemas.microsoft.com/office/drawing/2014/main" id="{E483DFAB-9DEA-5F86-E017-7F46845837A3}"/>
              </a:ext>
            </a:extLst>
          </p:cNvPr>
          <p:cNvSpPr>
            <a:spLocks noGrp="1" noChangeArrowheads="1"/>
          </p:cNvSpPr>
          <p:nvPr>
            <p:ph type="title"/>
          </p:nvPr>
        </p:nvSpPr>
        <p:spPr bwMode="auto">
          <a:xfrm>
            <a:off x="503238" y="269875"/>
            <a:ext cx="9070975" cy="323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GB" altLang="en-US"/>
              <a:t>Fai clic per modificare il formato del testo del titolo</a:t>
            </a:r>
          </a:p>
        </p:txBody>
      </p:sp>
      <p:sp>
        <p:nvSpPr>
          <p:cNvPr id="1030" name="Rectangle 6">
            <a:extLst>
              <a:ext uri="{FF2B5EF4-FFF2-40B4-BE49-F238E27FC236}">
                <a16:creationId xmlns:a16="http://schemas.microsoft.com/office/drawing/2014/main" id="{108F29B8-C3BB-2BEF-935A-9A85F8392CB3}"/>
              </a:ext>
            </a:extLst>
          </p:cNvPr>
          <p:cNvSpPr>
            <a:spLocks noGrp="1" noChangeArrowheads="1"/>
          </p:cNvSpPr>
          <p:nvPr>
            <p:ph type="body" idx="1"/>
          </p:nvPr>
        </p:nvSpPr>
        <p:spPr bwMode="auto">
          <a:xfrm>
            <a:off x="503238" y="3870325"/>
            <a:ext cx="9070975" cy="1168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Fai clic per modificare il formato del testo della struttura</a:t>
            </a:r>
          </a:p>
          <a:p>
            <a:pPr lvl="1"/>
            <a:r>
              <a:rPr lang="en-GB" altLang="en-US"/>
              <a:t>Secondo livello struttura</a:t>
            </a:r>
          </a:p>
          <a:p>
            <a:pPr lvl="2"/>
            <a:r>
              <a:rPr lang="en-GB" altLang="en-US"/>
              <a:t>Terzo livello struttura</a:t>
            </a:r>
          </a:p>
          <a:p>
            <a:pPr lvl="3"/>
            <a:r>
              <a:rPr lang="en-GB" altLang="en-US"/>
              <a:t>Quarto livello struttura</a:t>
            </a:r>
          </a:p>
          <a:p>
            <a:pPr lvl="4"/>
            <a:r>
              <a:rPr lang="en-GB" altLang="en-US"/>
              <a:t>Quinto livello struttura</a:t>
            </a:r>
          </a:p>
          <a:p>
            <a:pPr lvl="4"/>
            <a:r>
              <a:rPr lang="en-GB" altLang="en-US"/>
              <a:t>Sesto livello struttura</a:t>
            </a:r>
          </a:p>
          <a:p>
            <a:pPr lvl="4"/>
            <a:r>
              <a:rPr lang="en-GB" altLang="en-US"/>
              <a:t>Settimo livello struttura</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96" r:id="rId12"/>
  </p:sldLayoutIdLst>
  <p:txStyles>
    <p:titleStyle>
      <a:lvl1pPr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6000" kern="1200">
          <a:solidFill>
            <a:srgbClr val="04617B"/>
          </a:solidFill>
          <a:latin typeface="+mj-lt"/>
          <a:ea typeface="+mj-ea"/>
          <a:cs typeface="+mj-cs"/>
        </a:defRPr>
      </a:lvl1pPr>
      <a:lvl2pPr marL="742950" indent="-28575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6000">
          <a:solidFill>
            <a:srgbClr val="04617B"/>
          </a:solidFill>
          <a:latin typeface="Noto Sans" panose="020B0502040504020204" pitchFamily="34" charset="0"/>
          <a:cs typeface="Noto Sans CJK JP:palt;Noto Sans" pitchFamily="32" charset="0"/>
        </a:defRPr>
      </a:lvl2pPr>
      <a:lvl3pPr marL="11430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6000">
          <a:solidFill>
            <a:srgbClr val="04617B"/>
          </a:solidFill>
          <a:latin typeface="Noto Sans" panose="020B0502040504020204" pitchFamily="34" charset="0"/>
          <a:cs typeface="Noto Sans CJK JP:palt;Noto Sans" pitchFamily="32" charset="0"/>
        </a:defRPr>
      </a:lvl3pPr>
      <a:lvl4pPr marL="16002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6000">
          <a:solidFill>
            <a:srgbClr val="04617B"/>
          </a:solidFill>
          <a:latin typeface="Noto Sans" panose="020B0502040504020204" pitchFamily="34" charset="0"/>
          <a:cs typeface="Noto Sans CJK JP:palt;Noto Sans" pitchFamily="32" charset="0"/>
        </a:defRPr>
      </a:lvl4pPr>
      <a:lvl5pPr marL="20574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6000">
          <a:solidFill>
            <a:srgbClr val="04617B"/>
          </a:solidFill>
          <a:latin typeface="Noto Sans" panose="020B0502040504020204" pitchFamily="34" charset="0"/>
          <a:cs typeface="Noto Sans CJK JP:palt;Noto Sans" pitchFamily="32" charset="0"/>
        </a:defRPr>
      </a:lvl5pPr>
      <a:lvl6pPr marL="25146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6000">
          <a:solidFill>
            <a:srgbClr val="04617B"/>
          </a:solidFill>
          <a:latin typeface="Noto Sans" panose="020B0502040504020204" pitchFamily="34" charset="0"/>
          <a:cs typeface="Noto Sans CJK JP:palt;Noto Sans" pitchFamily="32" charset="0"/>
        </a:defRPr>
      </a:lvl6pPr>
      <a:lvl7pPr marL="29718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6000">
          <a:solidFill>
            <a:srgbClr val="04617B"/>
          </a:solidFill>
          <a:latin typeface="Noto Sans" panose="020B0502040504020204" pitchFamily="34" charset="0"/>
          <a:cs typeface="Noto Sans CJK JP:palt;Noto Sans" pitchFamily="32" charset="0"/>
        </a:defRPr>
      </a:lvl7pPr>
      <a:lvl8pPr marL="34290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6000">
          <a:solidFill>
            <a:srgbClr val="04617B"/>
          </a:solidFill>
          <a:latin typeface="Noto Sans" panose="020B0502040504020204" pitchFamily="34" charset="0"/>
          <a:cs typeface="Noto Sans CJK JP:palt;Noto Sans" pitchFamily="32" charset="0"/>
        </a:defRPr>
      </a:lvl8pPr>
      <a:lvl9pPr marL="38862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6000">
          <a:solidFill>
            <a:srgbClr val="04617B"/>
          </a:solidFill>
          <a:latin typeface="Noto Sans" panose="020B0502040504020204" pitchFamily="34" charset="0"/>
          <a:cs typeface="Noto Sans CJK JP:palt;Noto Sans" pitchFamily="32" charset="0"/>
        </a:defRPr>
      </a:lvl9pPr>
    </p:titleStyle>
    <p:bodyStyle>
      <a:lvl1pPr marL="342900" indent="-342900" algn="l" defTabSz="449263" rtl="0" fontAlgn="base" hangingPunct="0">
        <a:lnSpc>
          <a:spcPct val="113000"/>
        </a:lnSpc>
        <a:spcBef>
          <a:spcPts val="13"/>
        </a:spcBef>
        <a:spcAft>
          <a:spcPts val="938"/>
        </a:spcAft>
        <a:buClr>
          <a:srgbClr val="000000"/>
        </a:buClr>
        <a:buSzPct val="100000"/>
        <a:buFont typeface="Times New Roman" panose="02020603050405020304" pitchFamily="18" charset="0"/>
        <a:defRPr sz="2100" kern="1200">
          <a:solidFill>
            <a:srgbClr val="DBF5F9"/>
          </a:solidFill>
          <a:latin typeface="+mn-lt"/>
          <a:ea typeface="+mn-ea"/>
          <a:cs typeface="+mn-cs"/>
        </a:defRPr>
      </a:lvl1pPr>
      <a:lvl2pPr marL="742950" indent="-285750" algn="l" defTabSz="449263" rtl="0" fontAlgn="base" hangingPunct="0">
        <a:lnSpc>
          <a:spcPct val="113000"/>
        </a:lnSpc>
        <a:spcBef>
          <a:spcPts val="13"/>
        </a:spcBef>
        <a:spcAft>
          <a:spcPts val="850"/>
        </a:spcAft>
        <a:buClr>
          <a:srgbClr val="000000"/>
        </a:buClr>
        <a:buSzPct val="100000"/>
        <a:buFont typeface="Times New Roman" panose="02020603050405020304" pitchFamily="18" charset="0"/>
        <a:defRPr sz="1700" kern="1200">
          <a:solidFill>
            <a:srgbClr val="DBF5F9"/>
          </a:solidFill>
          <a:latin typeface="+mn-lt"/>
          <a:ea typeface="+mn-ea"/>
          <a:cs typeface="+mn-cs"/>
        </a:defRPr>
      </a:lvl2pPr>
      <a:lvl3pPr marL="1143000" indent="-228600" algn="l" defTabSz="449263" rtl="0" fontAlgn="base" hangingPunct="0">
        <a:lnSpc>
          <a:spcPct val="113000"/>
        </a:lnSpc>
        <a:spcBef>
          <a:spcPts val="13"/>
        </a:spcBef>
        <a:spcAft>
          <a:spcPts val="650"/>
        </a:spcAft>
        <a:buClr>
          <a:srgbClr val="000000"/>
        </a:buClr>
        <a:buSzPct val="100000"/>
        <a:buFont typeface="Times New Roman" panose="02020603050405020304" pitchFamily="18" charset="0"/>
        <a:defRPr kern="1200">
          <a:solidFill>
            <a:srgbClr val="DBF5F9"/>
          </a:solidFill>
          <a:latin typeface="+mn-lt"/>
          <a:ea typeface="+mn-ea"/>
          <a:cs typeface="+mn-cs"/>
        </a:defRPr>
      </a:lvl3pPr>
      <a:lvl4pPr marL="1600200" indent="-228600" algn="l" defTabSz="449263" rtl="0" fontAlgn="base" hangingPunct="0">
        <a:lnSpc>
          <a:spcPct val="113000"/>
        </a:lnSpc>
        <a:spcBef>
          <a:spcPts val="13"/>
        </a:spcBef>
        <a:spcAft>
          <a:spcPts val="438"/>
        </a:spcAft>
        <a:buClr>
          <a:srgbClr val="000000"/>
        </a:buClr>
        <a:buSzPct val="100000"/>
        <a:buFont typeface="Times New Roman" panose="02020603050405020304" pitchFamily="18" charset="0"/>
        <a:defRPr sz="1500" kern="1200">
          <a:solidFill>
            <a:srgbClr val="DBF5F9"/>
          </a:solidFill>
          <a:latin typeface="+mn-lt"/>
          <a:ea typeface="+mn-ea"/>
          <a:cs typeface="+mn-cs"/>
        </a:defRPr>
      </a:lvl4pPr>
      <a:lvl5pPr marL="2057400" indent="-228600" algn="l" defTabSz="449263" rtl="0" fontAlgn="base" hangingPunct="0">
        <a:lnSpc>
          <a:spcPct val="113000"/>
        </a:lnSpc>
        <a:spcBef>
          <a:spcPts val="13"/>
        </a:spcBef>
        <a:spcAft>
          <a:spcPts val="225"/>
        </a:spcAft>
        <a:buClr>
          <a:srgbClr val="000000"/>
        </a:buClr>
        <a:buSzPct val="100000"/>
        <a:buFont typeface="Times New Roman" panose="02020603050405020304" pitchFamily="18" charset="0"/>
        <a:defRPr sz="1500" kern="1200">
          <a:solidFill>
            <a:srgbClr val="DBF5F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49" name="Picture 1">
            <a:extLst>
              <a:ext uri="{FF2B5EF4-FFF2-40B4-BE49-F238E27FC236}">
                <a16:creationId xmlns:a16="http://schemas.microsoft.com/office/drawing/2014/main" id="{DFE4AD28-B143-5016-688D-88FF189F8DF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0080625" cy="1130300"/>
          </a:xfrm>
          <a:prstGeom prst="rect">
            <a:avLst/>
          </a:prstGeom>
          <a:noFill/>
          <a:effectLst>
            <a:outerShdw dist="25200" dir="5400000" algn="ctr" rotWithShape="0">
              <a:srgbClr val="F49100"/>
            </a:outerShdw>
          </a:effectLst>
          <a:extLst>
            <a:ext uri="{909E8E84-426E-40DD-AFC4-6F175D3DCCD1}">
              <a14:hiddenFill xmlns:a14="http://schemas.microsoft.com/office/drawing/2010/main">
                <a:blipFill dpi="0" rotWithShape="0">
                  <a:blip/>
                  <a:srcRect/>
                  <a:stretch>
                    <a:fillRect/>
                  </a:stretch>
                </a:blipFill>
              </a14:hiddenFill>
            </a:ext>
          </a:extLst>
        </p:spPr>
      </p:pic>
      <p:sp>
        <p:nvSpPr>
          <p:cNvPr id="2050" name="Rectangle 2">
            <a:extLst>
              <a:ext uri="{FF2B5EF4-FFF2-40B4-BE49-F238E27FC236}">
                <a16:creationId xmlns:a16="http://schemas.microsoft.com/office/drawing/2014/main" id="{44C5317B-C48F-6E4E-A124-0CAE2FBC8407}"/>
              </a:ext>
            </a:extLst>
          </p:cNvPr>
          <p:cNvSpPr>
            <a:spLocks noGrp="1" noChangeArrowheads="1"/>
          </p:cNvSpPr>
          <p:nvPr>
            <p:ph type="title"/>
          </p:nvPr>
        </p:nvSpPr>
        <p:spPr bwMode="auto">
          <a:xfrm>
            <a:off x="503238" y="90488"/>
            <a:ext cx="9070975" cy="9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GB" altLang="en-US"/>
              <a:t>Fai clic per modificare il formato del testo del titolo</a:t>
            </a:r>
          </a:p>
        </p:txBody>
      </p:sp>
      <p:sp>
        <p:nvSpPr>
          <p:cNvPr id="2051" name="Rectangle 3">
            <a:extLst>
              <a:ext uri="{FF2B5EF4-FFF2-40B4-BE49-F238E27FC236}">
                <a16:creationId xmlns:a16="http://schemas.microsoft.com/office/drawing/2014/main" id="{8290129D-3CBD-54AD-586B-E217890A5906}"/>
              </a:ext>
            </a:extLst>
          </p:cNvPr>
          <p:cNvSpPr>
            <a:spLocks noGrp="1" noChangeArrowheads="1"/>
          </p:cNvSpPr>
          <p:nvPr>
            <p:ph type="body" idx="1"/>
          </p:nvPr>
        </p:nvSpPr>
        <p:spPr bwMode="auto">
          <a:xfrm>
            <a:off x="503238" y="1439863"/>
            <a:ext cx="9070975" cy="3508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Fai clic per modificare il formato del testo della struttura</a:t>
            </a:r>
          </a:p>
          <a:p>
            <a:pPr lvl="1"/>
            <a:r>
              <a:rPr lang="en-GB" altLang="en-US"/>
              <a:t>Secondo livello struttura</a:t>
            </a:r>
          </a:p>
          <a:p>
            <a:pPr lvl="2"/>
            <a:r>
              <a:rPr lang="en-GB" altLang="en-US"/>
              <a:t>Terzo livello struttura</a:t>
            </a:r>
          </a:p>
          <a:p>
            <a:pPr lvl="3"/>
            <a:r>
              <a:rPr lang="en-GB" altLang="en-US"/>
              <a:t>Quarto livello struttura</a:t>
            </a:r>
          </a:p>
          <a:p>
            <a:pPr lvl="4"/>
            <a:r>
              <a:rPr lang="en-GB" altLang="en-US"/>
              <a:t>Quinto livello struttura</a:t>
            </a:r>
          </a:p>
          <a:p>
            <a:pPr lvl="4"/>
            <a:r>
              <a:rPr lang="en-GB" altLang="en-US"/>
              <a:t>Sesto livello struttura</a:t>
            </a:r>
          </a:p>
          <a:p>
            <a:pPr lvl="4"/>
            <a:r>
              <a:rPr lang="en-GB" altLang="en-US"/>
              <a:t>Settimo livello struttura</a:t>
            </a:r>
          </a:p>
        </p:txBody>
      </p:sp>
      <p:sp>
        <p:nvSpPr>
          <p:cNvPr id="2052" name="Rectangle 4">
            <a:extLst>
              <a:ext uri="{FF2B5EF4-FFF2-40B4-BE49-F238E27FC236}">
                <a16:creationId xmlns:a16="http://schemas.microsoft.com/office/drawing/2014/main" id="{98E23510-F0EE-78B4-9899-D566F5A88086}"/>
              </a:ext>
            </a:extLst>
          </p:cNvPr>
          <p:cNvSpPr>
            <a:spLocks noGrp="1" noChangeArrowheads="1"/>
          </p:cNvSpPr>
          <p:nvPr>
            <p:ph type="dt"/>
          </p:nvPr>
        </p:nvSpPr>
        <p:spPr bwMode="auto">
          <a:xfrm>
            <a:off x="503238" y="5129213"/>
            <a:ext cx="2338387"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tabLst>
                <a:tab pos="449263" algn="l"/>
                <a:tab pos="898525" algn="l"/>
                <a:tab pos="1347788" algn="l"/>
                <a:tab pos="1797050" algn="l"/>
                <a:tab pos="2246313" algn="l"/>
              </a:tabLst>
              <a:defRPr sz="1400">
                <a:solidFill>
                  <a:srgbClr val="484848"/>
                </a:solidFill>
              </a:defRPr>
            </a:lvl1pPr>
          </a:lstStyle>
          <a:p>
            <a:endParaRPr lang="it-IT" altLang="en-US"/>
          </a:p>
        </p:txBody>
      </p:sp>
      <p:sp>
        <p:nvSpPr>
          <p:cNvPr id="2053" name="Rectangle 5">
            <a:extLst>
              <a:ext uri="{FF2B5EF4-FFF2-40B4-BE49-F238E27FC236}">
                <a16:creationId xmlns:a16="http://schemas.microsoft.com/office/drawing/2014/main" id="{578B5E6D-9B75-569E-916B-B9BE6472DA4D}"/>
              </a:ext>
            </a:extLst>
          </p:cNvPr>
          <p:cNvSpPr>
            <a:spLocks noGrp="1" noChangeArrowheads="1"/>
          </p:cNvSpPr>
          <p:nvPr>
            <p:ph type="ftr"/>
          </p:nvPr>
        </p:nvSpPr>
        <p:spPr bwMode="auto">
          <a:xfrm>
            <a:off x="3419475" y="5129213"/>
            <a:ext cx="323850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tabLst>
                <a:tab pos="449263" algn="l"/>
                <a:tab pos="898525" algn="l"/>
                <a:tab pos="1347788" algn="l"/>
                <a:tab pos="1797050" algn="l"/>
                <a:tab pos="2246313" algn="l"/>
                <a:tab pos="2695575" algn="l"/>
                <a:tab pos="3144838" algn="l"/>
              </a:tabLst>
              <a:defRPr sz="1400">
                <a:solidFill>
                  <a:srgbClr val="484848"/>
                </a:solidFill>
              </a:defRPr>
            </a:lvl1pPr>
          </a:lstStyle>
          <a:p>
            <a:endParaRPr lang="it-IT" altLang="en-US"/>
          </a:p>
        </p:txBody>
      </p:sp>
      <p:sp>
        <p:nvSpPr>
          <p:cNvPr id="2054" name="Rectangle 6">
            <a:extLst>
              <a:ext uri="{FF2B5EF4-FFF2-40B4-BE49-F238E27FC236}">
                <a16:creationId xmlns:a16="http://schemas.microsoft.com/office/drawing/2014/main" id="{BBF53EA9-080C-9E4A-8968-B2200C181395}"/>
              </a:ext>
            </a:extLst>
          </p:cNvPr>
          <p:cNvSpPr>
            <a:spLocks noGrp="1" noChangeArrowheads="1"/>
          </p:cNvSpPr>
          <p:nvPr>
            <p:ph type="sldNum"/>
          </p:nvPr>
        </p:nvSpPr>
        <p:spPr bwMode="auto">
          <a:xfrm>
            <a:off x="7235825" y="5129213"/>
            <a:ext cx="2338388"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tabLst>
                <a:tab pos="449263" algn="l"/>
                <a:tab pos="898525" algn="l"/>
                <a:tab pos="1347788" algn="l"/>
                <a:tab pos="1797050" algn="l"/>
                <a:tab pos="2246313" algn="l"/>
              </a:tabLst>
              <a:defRPr sz="1400">
                <a:solidFill>
                  <a:srgbClr val="484848"/>
                </a:solidFill>
              </a:defRPr>
            </a:lvl1pPr>
          </a:lstStyle>
          <a:p>
            <a:fld id="{EFF71F1B-85FE-40FB-B307-B4D4B145804F}" type="slidenum">
              <a:rPr lang="it-IT" altLang="en-US"/>
              <a:pPr/>
              <a:t>‹N›</a:t>
            </a:fld>
            <a:endParaRPr lang="it-IT"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97" r:id="rId12"/>
  </p:sldLayoutIdLst>
  <p:txStyles>
    <p:titleStyle>
      <a:lvl1pPr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kern="1200">
          <a:solidFill>
            <a:srgbClr val="DBF5F9"/>
          </a:solidFill>
          <a:latin typeface="+mj-lt"/>
          <a:ea typeface="+mj-ea"/>
          <a:cs typeface="+mj-cs"/>
        </a:defRPr>
      </a:lvl1pPr>
      <a:lvl2pPr marL="742950" indent="-28575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2pPr>
      <a:lvl3pPr marL="11430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3pPr>
      <a:lvl4pPr marL="16002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4pPr>
      <a:lvl5pPr marL="20574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5pPr>
      <a:lvl6pPr marL="25146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6pPr>
      <a:lvl7pPr marL="29718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7pPr>
      <a:lvl8pPr marL="34290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8pPr>
      <a:lvl9pPr marL="38862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9pPr>
    </p:titleStyle>
    <p:bodyStyle>
      <a:lvl1pPr marL="342900" indent="-342900" algn="l" defTabSz="449263" rtl="0" fontAlgn="base" hangingPunct="0">
        <a:lnSpc>
          <a:spcPct val="113000"/>
        </a:lnSpc>
        <a:spcBef>
          <a:spcPts val="13"/>
        </a:spcBef>
        <a:spcAft>
          <a:spcPts val="1063"/>
        </a:spcAft>
        <a:buClr>
          <a:srgbClr val="000000"/>
        </a:buClr>
        <a:buSzPct val="100000"/>
        <a:buFont typeface="Times New Roman" panose="02020603050405020304" pitchFamily="18" charset="0"/>
        <a:defRPr sz="2400" kern="1200">
          <a:solidFill>
            <a:srgbClr val="04617B"/>
          </a:solidFill>
          <a:latin typeface="+mn-lt"/>
          <a:ea typeface="+mn-ea"/>
          <a:cs typeface="+mn-cs"/>
        </a:defRPr>
      </a:lvl1pPr>
      <a:lvl2pPr marL="742950" indent="-285750" algn="l" defTabSz="449263" rtl="0" fontAlgn="base" hangingPunct="0">
        <a:lnSpc>
          <a:spcPct val="113000"/>
        </a:lnSpc>
        <a:spcBef>
          <a:spcPts val="13"/>
        </a:spcBef>
        <a:spcAft>
          <a:spcPts val="850"/>
        </a:spcAft>
        <a:buClr>
          <a:srgbClr val="000000"/>
        </a:buClr>
        <a:buSzPct val="100000"/>
        <a:buFont typeface="Times New Roman" panose="02020603050405020304" pitchFamily="18" charset="0"/>
        <a:defRPr sz="2100" kern="1200">
          <a:solidFill>
            <a:srgbClr val="04617B"/>
          </a:solidFill>
          <a:latin typeface="+mn-lt"/>
          <a:ea typeface="+mn-ea"/>
          <a:cs typeface="+mn-cs"/>
        </a:defRPr>
      </a:lvl2pPr>
      <a:lvl3pPr marL="1143000" indent="-228600" algn="l" defTabSz="449263" rtl="0" fontAlgn="base" hangingPunct="0">
        <a:lnSpc>
          <a:spcPct val="113000"/>
        </a:lnSpc>
        <a:spcBef>
          <a:spcPts val="13"/>
        </a:spcBef>
        <a:spcAft>
          <a:spcPts val="650"/>
        </a:spcAft>
        <a:buClr>
          <a:srgbClr val="000000"/>
        </a:buClr>
        <a:buSzPct val="100000"/>
        <a:buFont typeface="Times New Roman" panose="02020603050405020304" pitchFamily="18" charset="0"/>
        <a:defRPr kern="1200">
          <a:solidFill>
            <a:srgbClr val="04617B"/>
          </a:solidFill>
          <a:latin typeface="+mn-lt"/>
          <a:ea typeface="+mn-ea"/>
          <a:cs typeface="+mn-cs"/>
        </a:defRPr>
      </a:lvl3pPr>
      <a:lvl4pPr marL="1600200" indent="-228600" algn="l" defTabSz="449263" rtl="0" fontAlgn="base" hangingPunct="0">
        <a:lnSpc>
          <a:spcPct val="113000"/>
        </a:lnSpc>
        <a:spcBef>
          <a:spcPts val="13"/>
        </a:spcBef>
        <a:spcAft>
          <a:spcPts val="438"/>
        </a:spcAft>
        <a:buClr>
          <a:srgbClr val="000000"/>
        </a:buClr>
        <a:buSzPct val="100000"/>
        <a:buFont typeface="Times New Roman" panose="02020603050405020304" pitchFamily="18" charset="0"/>
        <a:defRPr kern="1200">
          <a:solidFill>
            <a:srgbClr val="04617B"/>
          </a:solidFill>
          <a:latin typeface="+mn-lt"/>
          <a:ea typeface="+mn-ea"/>
          <a:cs typeface="+mn-cs"/>
        </a:defRPr>
      </a:lvl4pPr>
      <a:lvl5pPr marL="2057400" indent="-228600" algn="l" defTabSz="449263" rtl="0" fontAlgn="base" hangingPunct="0">
        <a:lnSpc>
          <a:spcPct val="113000"/>
        </a:lnSpc>
        <a:spcBef>
          <a:spcPts val="13"/>
        </a:spcBef>
        <a:spcAft>
          <a:spcPts val="225"/>
        </a:spcAft>
        <a:buClr>
          <a:srgbClr val="000000"/>
        </a:buClr>
        <a:buSzPct val="100000"/>
        <a:buFont typeface="Times New Roman" panose="02020603050405020304" pitchFamily="18" charset="0"/>
        <a:defRPr kern="1200">
          <a:solidFill>
            <a:srgbClr val="04617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073" name="Picture 1">
            <a:extLst>
              <a:ext uri="{FF2B5EF4-FFF2-40B4-BE49-F238E27FC236}">
                <a16:creationId xmlns:a16="http://schemas.microsoft.com/office/drawing/2014/main" id="{FEA0E292-809A-E923-AC4B-1CDBCA008D2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10080625" cy="230188"/>
          </a:xfrm>
          <a:prstGeom prst="rect">
            <a:avLst/>
          </a:prstGeom>
          <a:noFill/>
          <a:effectLst>
            <a:outerShdw dist="25200" dir="5400000" algn="ctr" rotWithShape="0">
              <a:srgbClr val="F49100"/>
            </a:outerShdw>
          </a:effectLst>
          <a:extLst>
            <a:ext uri="{909E8E84-426E-40DD-AFC4-6F175D3DCCD1}">
              <a14:hiddenFill xmlns:a14="http://schemas.microsoft.com/office/drawing/2010/main">
                <a:blipFill dpi="0" rotWithShape="0">
                  <a:blip/>
                  <a:srcRect/>
                  <a:stretch>
                    <a:fillRect/>
                  </a:stretch>
                </a:blipFill>
              </a14:hiddenFill>
            </a:ext>
          </a:extLst>
        </p:spPr>
      </p:pic>
      <p:sp>
        <p:nvSpPr>
          <p:cNvPr id="3074" name="Rectangle 2">
            <a:extLst>
              <a:ext uri="{FF2B5EF4-FFF2-40B4-BE49-F238E27FC236}">
                <a16:creationId xmlns:a16="http://schemas.microsoft.com/office/drawing/2014/main" id="{C7A67498-9FB4-B06C-B0E6-8BD4AE82ACDB}"/>
              </a:ext>
            </a:extLst>
          </p:cNvPr>
          <p:cNvSpPr>
            <a:spLocks noGrp="1" noChangeArrowheads="1"/>
          </p:cNvSpPr>
          <p:nvPr>
            <p:ph type="title"/>
          </p:nvPr>
        </p:nvSpPr>
        <p:spPr bwMode="auto">
          <a:xfrm>
            <a:off x="503238" y="269875"/>
            <a:ext cx="9070975" cy="989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Fai clic per modificare il formato del testo del titolo</a:t>
            </a:r>
          </a:p>
        </p:txBody>
      </p:sp>
      <p:sp>
        <p:nvSpPr>
          <p:cNvPr id="3075" name="Rectangle 3">
            <a:extLst>
              <a:ext uri="{FF2B5EF4-FFF2-40B4-BE49-F238E27FC236}">
                <a16:creationId xmlns:a16="http://schemas.microsoft.com/office/drawing/2014/main" id="{AA40ED7C-9EF9-207F-EEFA-39C5CF1AE22E}"/>
              </a:ext>
            </a:extLst>
          </p:cNvPr>
          <p:cNvSpPr>
            <a:spLocks noGrp="1" noChangeArrowheads="1"/>
          </p:cNvSpPr>
          <p:nvPr>
            <p:ph type="body" idx="1"/>
          </p:nvPr>
        </p:nvSpPr>
        <p:spPr bwMode="auto">
          <a:xfrm>
            <a:off x="503238" y="1439863"/>
            <a:ext cx="9070975" cy="3687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Fai clic per modificare il formato del testo della struttura</a:t>
            </a:r>
          </a:p>
          <a:p>
            <a:pPr lvl="1"/>
            <a:r>
              <a:rPr lang="en-GB" altLang="en-US"/>
              <a:t>Secondo livello struttura</a:t>
            </a:r>
          </a:p>
          <a:p>
            <a:pPr lvl="2"/>
            <a:r>
              <a:rPr lang="en-GB" altLang="en-US"/>
              <a:t>Terzo livello struttura</a:t>
            </a:r>
          </a:p>
          <a:p>
            <a:pPr lvl="3"/>
            <a:r>
              <a:rPr lang="en-GB" altLang="en-US"/>
              <a:t>Quarto livello struttura</a:t>
            </a:r>
          </a:p>
          <a:p>
            <a:pPr lvl="4"/>
            <a:r>
              <a:rPr lang="en-GB" altLang="en-US"/>
              <a:t>Quinto livello struttura</a:t>
            </a:r>
          </a:p>
          <a:p>
            <a:pPr lvl="4"/>
            <a:r>
              <a:rPr lang="en-GB" altLang="en-US"/>
              <a:t>Sesto livello struttura</a:t>
            </a:r>
          </a:p>
          <a:p>
            <a:pPr lvl="4"/>
            <a:r>
              <a:rPr lang="en-GB" altLang="en-US"/>
              <a:t>Settimo livello struttura</a:t>
            </a:r>
          </a:p>
        </p:txBody>
      </p:sp>
      <p:sp>
        <p:nvSpPr>
          <p:cNvPr id="3076" name="Rectangle 4">
            <a:extLst>
              <a:ext uri="{FF2B5EF4-FFF2-40B4-BE49-F238E27FC236}">
                <a16:creationId xmlns:a16="http://schemas.microsoft.com/office/drawing/2014/main" id="{9555C662-86F6-DA8A-C139-CCEC1710AA45}"/>
              </a:ext>
            </a:extLst>
          </p:cNvPr>
          <p:cNvSpPr>
            <a:spLocks noGrp="1" noChangeArrowheads="1"/>
          </p:cNvSpPr>
          <p:nvPr>
            <p:ph type="dt"/>
          </p:nvPr>
        </p:nvSpPr>
        <p:spPr bwMode="auto">
          <a:xfrm>
            <a:off x="503238" y="5129213"/>
            <a:ext cx="2338387"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tabLst>
                <a:tab pos="449263" algn="l"/>
                <a:tab pos="898525" algn="l"/>
                <a:tab pos="1347788" algn="l"/>
                <a:tab pos="1797050" algn="l"/>
                <a:tab pos="2246313" algn="l"/>
              </a:tabLst>
              <a:defRPr sz="1400">
                <a:solidFill>
                  <a:srgbClr val="484848"/>
                </a:solidFill>
              </a:defRPr>
            </a:lvl1pPr>
          </a:lstStyle>
          <a:p>
            <a:endParaRPr lang="it-IT" altLang="en-US"/>
          </a:p>
        </p:txBody>
      </p:sp>
      <p:sp>
        <p:nvSpPr>
          <p:cNvPr id="3077" name="Rectangle 5">
            <a:extLst>
              <a:ext uri="{FF2B5EF4-FFF2-40B4-BE49-F238E27FC236}">
                <a16:creationId xmlns:a16="http://schemas.microsoft.com/office/drawing/2014/main" id="{529BD434-3E40-8B94-8B72-78256FDF6EB7}"/>
              </a:ext>
            </a:extLst>
          </p:cNvPr>
          <p:cNvSpPr>
            <a:spLocks noGrp="1" noChangeArrowheads="1"/>
          </p:cNvSpPr>
          <p:nvPr>
            <p:ph type="ftr"/>
          </p:nvPr>
        </p:nvSpPr>
        <p:spPr bwMode="auto">
          <a:xfrm>
            <a:off x="3419475" y="5129213"/>
            <a:ext cx="323850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tabLst>
                <a:tab pos="449263" algn="l"/>
                <a:tab pos="898525" algn="l"/>
                <a:tab pos="1347788" algn="l"/>
                <a:tab pos="1797050" algn="l"/>
                <a:tab pos="2246313" algn="l"/>
                <a:tab pos="2695575" algn="l"/>
                <a:tab pos="3144838" algn="l"/>
              </a:tabLst>
              <a:defRPr sz="1400">
                <a:solidFill>
                  <a:srgbClr val="484848"/>
                </a:solidFill>
              </a:defRPr>
            </a:lvl1pPr>
          </a:lstStyle>
          <a:p>
            <a:endParaRPr lang="it-IT" altLang="en-US"/>
          </a:p>
        </p:txBody>
      </p:sp>
      <p:sp>
        <p:nvSpPr>
          <p:cNvPr id="3078" name="Rectangle 6">
            <a:extLst>
              <a:ext uri="{FF2B5EF4-FFF2-40B4-BE49-F238E27FC236}">
                <a16:creationId xmlns:a16="http://schemas.microsoft.com/office/drawing/2014/main" id="{1D4AABE0-B7E2-41A4-95C0-7907D5E54173}"/>
              </a:ext>
            </a:extLst>
          </p:cNvPr>
          <p:cNvSpPr>
            <a:spLocks noGrp="1" noChangeArrowheads="1"/>
          </p:cNvSpPr>
          <p:nvPr>
            <p:ph type="sldNum"/>
          </p:nvPr>
        </p:nvSpPr>
        <p:spPr bwMode="auto">
          <a:xfrm>
            <a:off x="7235825" y="5129213"/>
            <a:ext cx="2338388"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tabLst>
                <a:tab pos="449263" algn="l"/>
                <a:tab pos="898525" algn="l"/>
                <a:tab pos="1347788" algn="l"/>
                <a:tab pos="1797050" algn="l"/>
                <a:tab pos="2246313" algn="l"/>
              </a:tabLst>
              <a:defRPr sz="1400">
                <a:solidFill>
                  <a:srgbClr val="484848"/>
                </a:solidFill>
              </a:defRPr>
            </a:lvl1pPr>
          </a:lstStyle>
          <a:p>
            <a:fld id="{9EAD04E7-8941-4DF8-82ED-FC7BE2A0139D}" type="slidenum">
              <a:rPr lang="it-IT" altLang="en-US"/>
              <a:pPr/>
              <a:t>‹N›</a:t>
            </a:fld>
            <a:endParaRPr lang="it-IT" altLang="en-US"/>
          </a:p>
        </p:txBody>
      </p:sp>
      <p:pic>
        <p:nvPicPr>
          <p:cNvPr id="3079" name="Picture 7">
            <a:extLst>
              <a:ext uri="{FF2B5EF4-FFF2-40B4-BE49-F238E27FC236}">
                <a16:creationId xmlns:a16="http://schemas.microsoft.com/office/drawing/2014/main" id="{3A0EE15C-E3C0-578D-D14C-FAC3005C509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5529263"/>
            <a:ext cx="10080625" cy="141287"/>
          </a:xfrm>
          <a:prstGeom prst="rect">
            <a:avLst/>
          </a:prstGeom>
          <a:noFill/>
          <a:effectLst>
            <a:outerShdw dist="25200" dir="16200000" algn="ctr" rotWithShape="0">
              <a:srgbClr val="F49100"/>
            </a:outerShdw>
          </a:effectLst>
          <a:extLst>
            <a:ext uri="{909E8E84-426E-40DD-AFC4-6F175D3DCCD1}">
              <a14:hiddenFill xmlns:a14="http://schemas.microsoft.com/office/drawing/2010/main">
                <a:blipFill dpi="0" rotWithShape="0">
                  <a:blip/>
                  <a:srcRect/>
                  <a:stretch>
                    <a:fillRect/>
                  </a:stretch>
                </a:blipFill>
              </a14:hiddenFill>
            </a:ext>
          </a:extLst>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kern="1200">
          <a:solidFill>
            <a:srgbClr val="04617B"/>
          </a:solidFill>
          <a:latin typeface="+mj-lt"/>
          <a:ea typeface="+mj-ea"/>
          <a:cs typeface="+mj-cs"/>
        </a:defRPr>
      </a:lvl1pPr>
      <a:lvl2pPr marL="742950" indent="-28575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04617B"/>
          </a:solidFill>
          <a:latin typeface="Noto Sans" panose="020B0502040504020204" pitchFamily="34" charset="0"/>
          <a:cs typeface="Noto Sans CJK JP:palt;Noto Sans" pitchFamily="32" charset="0"/>
        </a:defRPr>
      </a:lvl2pPr>
      <a:lvl3pPr marL="11430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04617B"/>
          </a:solidFill>
          <a:latin typeface="Noto Sans" panose="020B0502040504020204" pitchFamily="34" charset="0"/>
          <a:cs typeface="Noto Sans CJK JP:palt;Noto Sans" pitchFamily="32" charset="0"/>
        </a:defRPr>
      </a:lvl3pPr>
      <a:lvl4pPr marL="16002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04617B"/>
          </a:solidFill>
          <a:latin typeface="Noto Sans" panose="020B0502040504020204" pitchFamily="34" charset="0"/>
          <a:cs typeface="Noto Sans CJK JP:palt;Noto Sans" pitchFamily="32" charset="0"/>
        </a:defRPr>
      </a:lvl4pPr>
      <a:lvl5pPr marL="20574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04617B"/>
          </a:solidFill>
          <a:latin typeface="Noto Sans" panose="020B0502040504020204" pitchFamily="34" charset="0"/>
          <a:cs typeface="Noto Sans CJK JP:palt;Noto Sans" pitchFamily="32" charset="0"/>
        </a:defRPr>
      </a:lvl5pPr>
      <a:lvl6pPr marL="25146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04617B"/>
          </a:solidFill>
          <a:latin typeface="Noto Sans" panose="020B0502040504020204" pitchFamily="34" charset="0"/>
          <a:cs typeface="Noto Sans CJK JP:palt;Noto Sans" pitchFamily="32" charset="0"/>
        </a:defRPr>
      </a:lvl6pPr>
      <a:lvl7pPr marL="29718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04617B"/>
          </a:solidFill>
          <a:latin typeface="Noto Sans" panose="020B0502040504020204" pitchFamily="34" charset="0"/>
          <a:cs typeface="Noto Sans CJK JP:palt;Noto Sans" pitchFamily="32" charset="0"/>
        </a:defRPr>
      </a:lvl7pPr>
      <a:lvl8pPr marL="34290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04617B"/>
          </a:solidFill>
          <a:latin typeface="Noto Sans" panose="020B0502040504020204" pitchFamily="34" charset="0"/>
          <a:cs typeface="Noto Sans CJK JP:palt;Noto Sans" pitchFamily="32" charset="0"/>
        </a:defRPr>
      </a:lvl8pPr>
      <a:lvl9pPr marL="38862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04617B"/>
          </a:solidFill>
          <a:latin typeface="Noto Sans" panose="020B0502040504020204" pitchFamily="34" charset="0"/>
          <a:cs typeface="Noto Sans CJK JP:palt;Noto Sans" pitchFamily="32" charset="0"/>
        </a:defRPr>
      </a:lvl9pPr>
    </p:titleStyle>
    <p:bodyStyle>
      <a:lvl1pPr marL="342900" indent="-342900" algn="l" defTabSz="449263" rtl="0" fontAlgn="base" hangingPunct="0">
        <a:lnSpc>
          <a:spcPct val="113000"/>
        </a:lnSpc>
        <a:spcBef>
          <a:spcPts val="13"/>
        </a:spcBef>
        <a:spcAft>
          <a:spcPts val="1063"/>
        </a:spcAft>
        <a:buClr>
          <a:srgbClr val="000000"/>
        </a:buClr>
        <a:buSzPct val="100000"/>
        <a:buFont typeface="Times New Roman" panose="02020603050405020304" pitchFamily="18" charset="0"/>
        <a:defRPr sz="2400" kern="1200">
          <a:solidFill>
            <a:srgbClr val="04617B"/>
          </a:solidFill>
          <a:latin typeface="+mn-lt"/>
          <a:ea typeface="+mn-ea"/>
          <a:cs typeface="+mn-cs"/>
        </a:defRPr>
      </a:lvl1pPr>
      <a:lvl2pPr marL="742950" indent="-285750" algn="l" defTabSz="449263" rtl="0" fontAlgn="base" hangingPunct="0">
        <a:lnSpc>
          <a:spcPct val="113000"/>
        </a:lnSpc>
        <a:spcBef>
          <a:spcPts val="13"/>
        </a:spcBef>
        <a:spcAft>
          <a:spcPts val="850"/>
        </a:spcAft>
        <a:buClr>
          <a:srgbClr val="000000"/>
        </a:buClr>
        <a:buSzPct val="100000"/>
        <a:buFont typeface="Times New Roman" panose="02020603050405020304" pitchFamily="18" charset="0"/>
        <a:defRPr sz="2100" kern="1200">
          <a:solidFill>
            <a:srgbClr val="04617B"/>
          </a:solidFill>
          <a:latin typeface="+mn-lt"/>
          <a:ea typeface="+mn-ea"/>
          <a:cs typeface="+mn-cs"/>
        </a:defRPr>
      </a:lvl2pPr>
      <a:lvl3pPr marL="1143000" indent="-228600" algn="l" defTabSz="449263" rtl="0" fontAlgn="base" hangingPunct="0">
        <a:lnSpc>
          <a:spcPct val="113000"/>
        </a:lnSpc>
        <a:spcBef>
          <a:spcPts val="13"/>
        </a:spcBef>
        <a:spcAft>
          <a:spcPts val="650"/>
        </a:spcAft>
        <a:buClr>
          <a:srgbClr val="000000"/>
        </a:buClr>
        <a:buSzPct val="100000"/>
        <a:buFont typeface="Times New Roman" panose="02020603050405020304" pitchFamily="18" charset="0"/>
        <a:defRPr kern="1200">
          <a:solidFill>
            <a:srgbClr val="04617B"/>
          </a:solidFill>
          <a:latin typeface="+mn-lt"/>
          <a:ea typeface="+mn-ea"/>
          <a:cs typeface="+mn-cs"/>
        </a:defRPr>
      </a:lvl3pPr>
      <a:lvl4pPr marL="1600200" indent="-228600" algn="l" defTabSz="449263" rtl="0" fontAlgn="base" hangingPunct="0">
        <a:lnSpc>
          <a:spcPct val="113000"/>
        </a:lnSpc>
        <a:spcBef>
          <a:spcPts val="13"/>
        </a:spcBef>
        <a:spcAft>
          <a:spcPts val="438"/>
        </a:spcAft>
        <a:buClr>
          <a:srgbClr val="000000"/>
        </a:buClr>
        <a:buSzPct val="100000"/>
        <a:buFont typeface="Times New Roman" panose="02020603050405020304" pitchFamily="18" charset="0"/>
        <a:defRPr kern="1200">
          <a:solidFill>
            <a:srgbClr val="04617B"/>
          </a:solidFill>
          <a:latin typeface="+mn-lt"/>
          <a:ea typeface="+mn-ea"/>
          <a:cs typeface="+mn-cs"/>
        </a:defRPr>
      </a:lvl4pPr>
      <a:lvl5pPr marL="2057400" indent="-228600" algn="l" defTabSz="449263" rtl="0" fontAlgn="base" hangingPunct="0">
        <a:lnSpc>
          <a:spcPct val="113000"/>
        </a:lnSpc>
        <a:spcBef>
          <a:spcPts val="13"/>
        </a:spcBef>
        <a:spcAft>
          <a:spcPts val="225"/>
        </a:spcAft>
        <a:buClr>
          <a:srgbClr val="000000"/>
        </a:buClr>
        <a:buSzPct val="100000"/>
        <a:buFont typeface="Times New Roman" panose="02020603050405020304" pitchFamily="18" charset="0"/>
        <a:defRPr kern="1200">
          <a:solidFill>
            <a:srgbClr val="04617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097" name="Picture 1">
            <a:extLst>
              <a:ext uri="{FF2B5EF4-FFF2-40B4-BE49-F238E27FC236}">
                <a16:creationId xmlns:a16="http://schemas.microsoft.com/office/drawing/2014/main" id="{8FFABC54-EDB0-DA0F-35F4-E787F110E87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0080625" cy="1130300"/>
          </a:xfrm>
          <a:prstGeom prst="rect">
            <a:avLst/>
          </a:prstGeom>
          <a:noFill/>
          <a:effectLst>
            <a:outerShdw dist="25200" dir="5400000" algn="ctr" rotWithShape="0">
              <a:srgbClr val="F49100"/>
            </a:outerShdw>
          </a:effectLst>
          <a:extLst>
            <a:ext uri="{909E8E84-426E-40DD-AFC4-6F175D3DCCD1}">
              <a14:hiddenFill xmlns:a14="http://schemas.microsoft.com/office/drawing/2010/main">
                <a:blipFill dpi="0" rotWithShape="0">
                  <a:blip/>
                  <a:srcRect/>
                  <a:stretch>
                    <a:fillRect/>
                  </a:stretch>
                </a:blipFill>
              </a14:hiddenFill>
            </a:ext>
          </a:extLst>
        </p:spPr>
      </p:pic>
      <p:sp>
        <p:nvSpPr>
          <p:cNvPr id="4098" name="Rectangle 2">
            <a:extLst>
              <a:ext uri="{FF2B5EF4-FFF2-40B4-BE49-F238E27FC236}">
                <a16:creationId xmlns:a16="http://schemas.microsoft.com/office/drawing/2014/main" id="{BAC8F9DA-9B65-0840-D498-5DF87C05950D}"/>
              </a:ext>
            </a:extLst>
          </p:cNvPr>
          <p:cNvSpPr>
            <a:spLocks noGrp="1" noChangeArrowheads="1"/>
          </p:cNvSpPr>
          <p:nvPr>
            <p:ph type="title"/>
          </p:nvPr>
        </p:nvSpPr>
        <p:spPr bwMode="auto">
          <a:xfrm>
            <a:off x="503238" y="90488"/>
            <a:ext cx="9070975" cy="9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GB" altLang="en-US"/>
              <a:t>Fai clic per modificare il formato del testo del titolo</a:t>
            </a:r>
          </a:p>
        </p:txBody>
      </p:sp>
      <p:sp>
        <p:nvSpPr>
          <p:cNvPr id="4099" name="Rectangle 3">
            <a:extLst>
              <a:ext uri="{FF2B5EF4-FFF2-40B4-BE49-F238E27FC236}">
                <a16:creationId xmlns:a16="http://schemas.microsoft.com/office/drawing/2014/main" id="{2109BC8A-8858-85D7-6C0A-1C67013211A4}"/>
              </a:ext>
            </a:extLst>
          </p:cNvPr>
          <p:cNvSpPr>
            <a:spLocks noGrp="1" noChangeArrowheads="1"/>
          </p:cNvSpPr>
          <p:nvPr>
            <p:ph type="body" idx="1"/>
          </p:nvPr>
        </p:nvSpPr>
        <p:spPr bwMode="auto">
          <a:xfrm>
            <a:off x="503238" y="1439863"/>
            <a:ext cx="9070975" cy="3508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Fai clic per modificare il formato del testo della struttura</a:t>
            </a:r>
          </a:p>
          <a:p>
            <a:pPr lvl="1"/>
            <a:r>
              <a:rPr lang="en-GB" altLang="en-US"/>
              <a:t>Secondo livello struttura</a:t>
            </a:r>
          </a:p>
          <a:p>
            <a:pPr lvl="2"/>
            <a:r>
              <a:rPr lang="en-GB" altLang="en-US"/>
              <a:t>Terzo livello struttura</a:t>
            </a:r>
          </a:p>
          <a:p>
            <a:pPr lvl="3"/>
            <a:r>
              <a:rPr lang="en-GB" altLang="en-US"/>
              <a:t>Quarto livello struttura</a:t>
            </a:r>
          </a:p>
          <a:p>
            <a:pPr lvl="4"/>
            <a:r>
              <a:rPr lang="en-GB" altLang="en-US"/>
              <a:t>Quinto livello struttura</a:t>
            </a:r>
          </a:p>
          <a:p>
            <a:pPr lvl="4"/>
            <a:r>
              <a:rPr lang="en-GB" altLang="en-US"/>
              <a:t>Sesto livello struttura</a:t>
            </a:r>
          </a:p>
          <a:p>
            <a:pPr lvl="4"/>
            <a:r>
              <a:rPr lang="en-GB" altLang="en-US"/>
              <a:t>Settimo livello struttura</a:t>
            </a:r>
          </a:p>
        </p:txBody>
      </p:sp>
      <p:sp>
        <p:nvSpPr>
          <p:cNvPr id="4100" name="Rectangle 4">
            <a:extLst>
              <a:ext uri="{FF2B5EF4-FFF2-40B4-BE49-F238E27FC236}">
                <a16:creationId xmlns:a16="http://schemas.microsoft.com/office/drawing/2014/main" id="{17E62C27-5B14-87C8-8885-4CDED5CBA67E}"/>
              </a:ext>
            </a:extLst>
          </p:cNvPr>
          <p:cNvSpPr>
            <a:spLocks noGrp="1" noChangeArrowheads="1"/>
          </p:cNvSpPr>
          <p:nvPr>
            <p:ph type="dt"/>
          </p:nvPr>
        </p:nvSpPr>
        <p:spPr bwMode="auto">
          <a:xfrm>
            <a:off x="503238" y="5129213"/>
            <a:ext cx="2338387"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tabLst>
                <a:tab pos="449263" algn="l"/>
                <a:tab pos="898525" algn="l"/>
                <a:tab pos="1347788" algn="l"/>
                <a:tab pos="1797050" algn="l"/>
                <a:tab pos="2246313" algn="l"/>
              </a:tabLst>
              <a:defRPr sz="1400">
                <a:solidFill>
                  <a:srgbClr val="484848"/>
                </a:solidFill>
              </a:defRPr>
            </a:lvl1pPr>
          </a:lstStyle>
          <a:p>
            <a:endParaRPr lang="it-IT" altLang="en-US"/>
          </a:p>
        </p:txBody>
      </p:sp>
      <p:sp>
        <p:nvSpPr>
          <p:cNvPr id="4101" name="Rectangle 5">
            <a:extLst>
              <a:ext uri="{FF2B5EF4-FFF2-40B4-BE49-F238E27FC236}">
                <a16:creationId xmlns:a16="http://schemas.microsoft.com/office/drawing/2014/main" id="{79F4721F-3159-B8AC-14EB-E0A732FB176E}"/>
              </a:ext>
            </a:extLst>
          </p:cNvPr>
          <p:cNvSpPr>
            <a:spLocks noGrp="1" noChangeArrowheads="1"/>
          </p:cNvSpPr>
          <p:nvPr>
            <p:ph type="ftr"/>
          </p:nvPr>
        </p:nvSpPr>
        <p:spPr bwMode="auto">
          <a:xfrm>
            <a:off x="3419475" y="5129213"/>
            <a:ext cx="323850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tabLst>
                <a:tab pos="449263" algn="l"/>
                <a:tab pos="898525" algn="l"/>
                <a:tab pos="1347788" algn="l"/>
                <a:tab pos="1797050" algn="l"/>
                <a:tab pos="2246313" algn="l"/>
                <a:tab pos="2695575" algn="l"/>
                <a:tab pos="3144838" algn="l"/>
              </a:tabLst>
              <a:defRPr sz="1400">
                <a:solidFill>
                  <a:srgbClr val="484848"/>
                </a:solidFill>
              </a:defRPr>
            </a:lvl1pPr>
          </a:lstStyle>
          <a:p>
            <a:endParaRPr lang="it-IT" altLang="en-US"/>
          </a:p>
        </p:txBody>
      </p:sp>
      <p:sp>
        <p:nvSpPr>
          <p:cNvPr id="4102" name="Rectangle 6">
            <a:extLst>
              <a:ext uri="{FF2B5EF4-FFF2-40B4-BE49-F238E27FC236}">
                <a16:creationId xmlns:a16="http://schemas.microsoft.com/office/drawing/2014/main" id="{DC6F1365-D0A5-8EA8-6738-EC9A11E18D52}"/>
              </a:ext>
            </a:extLst>
          </p:cNvPr>
          <p:cNvSpPr>
            <a:spLocks noGrp="1" noChangeArrowheads="1"/>
          </p:cNvSpPr>
          <p:nvPr>
            <p:ph type="sldNum"/>
          </p:nvPr>
        </p:nvSpPr>
        <p:spPr bwMode="auto">
          <a:xfrm>
            <a:off x="7235825" y="5129213"/>
            <a:ext cx="2338388"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tabLst>
                <a:tab pos="449263" algn="l"/>
                <a:tab pos="898525" algn="l"/>
                <a:tab pos="1347788" algn="l"/>
                <a:tab pos="1797050" algn="l"/>
                <a:tab pos="2246313" algn="l"/>
              </a:tabLst>
              <a:defRPr sz="1400">
                <a:solidFill>
                  <a:srgbClr val="484848"/>
                </a:solidFill>
              </a:defRPr>
            </a:lvl1pPr>
          </a:lstStyle>
          <a:p>
            <a:fld id="{50DB366C-0B51-40AC-A6A9-0272685E52CF}" type="slidenum">
              <a:rPr lang="it-IT" altLang="en-US"/>
              <a:pPr/>
              <a:t>‹N›</a:t>
            </a:fld>
            <a:endParaRPr lang="it-IT"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8" r:id="rId12"/>
  </p:sldLayoutIdLst>
  <p:txStyles>
    <p:titleStyle>
      <a:lvl1pPr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kern="1200">
          <a:solidFill>
            <a:srgbClr val="DBF5F9"/>
          </a:solidFill>
          <a:latin typeface="+mj-lt"/>
          <a:ea typeface="+mj-ea"/>
          <a:cs typeface="+mj-cs"/>
        </a:defRPr>
      </a:lvl1pPr>
      <a:lvl2pPr marL="742950" indent="-28575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2pPr>
      <a:lvl3pPr marL="11430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3pPr>
      <a:lvl4pPr marL="16002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4pPr>
      <a:lvl5pPr marL="20574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5pPr>
      <a:lvl6pPr marL="25146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6pPr>
      <a:lvl7pPr marL="29718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7pPr>
      <a:lvl8pPr marL="34290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8pPr>
      <a:lvl9pPr marL="3886200" indent="-228600" algn="l" defTabSz="449263" rtl="0" fontAlgn="base" hangingPunct="0">
        <a:lnSpc>
          <a:spcPct val="113000"/>
        </a:lnSpc>
        <a:spcBef>
          <a:spcPts val="13"/>
        </a:spcBef>
        <a:spcAft>
          <a:spcPts val="13"/>
        </a:spcAft>
        <a:buClr>
          <a:srgbClr val="000000"/>
        </a:buClr>
        <a:buSzPct val="100000"/>
        <a:buFont typeface="Times New Roman" panose="02020603050405020304" pitchFamily="18" charset="0"/>
        <a:defRPr sz="4500">
          <a:solidFill>
            <a:srgbClr val="DBF5F9"/>
          </a:solidFill>
          <a:latin typeface="Noto Sans" panose="020B0502040504020204" pitchFamily="34" charset="0"/>
          <a:cs typeface="Noto Sans CJK JP:palt;Noto Sans" pitchFamily="32" charset="0"/>
        </a:defRPr>
      </a:lvl9pPr>
    </p:titleStyle>
    <p:bodyStyle>
      <a:lvl1pPr marL="342900" indent="-342900" algn="l" defTabSz="449263" rtl="0" fontAlgn="base" hangingPunct="0">
        <a:lnSpc>
          <a:spcPct val="113000"/>
        </a:lnSpc>
        <a:spcBef>
          <a:spcPts val="13"/>
        </a:spcBef>
        <a:spcAft>
          <a:spcPts val="1063"/>
        </a:spcAft>
        <a:buClr>
          <a:srgbClr val="000000"/>
        </a:buClr>
        <a:buSzPct val="100000"/>
        <a:buFont typeface="Times New Roman" panose="02020603050405020304" pitchFamily="18" charset="0"/>
        <a:defRPr sz="2400" kern="1200">
          <a:solidFill>
            <a:srgbClr val="04617B"/>
          </a:solidFill>
          <a:latin typeface="+mn-lt"/>
          <a:ea typeface="+mn-ea"/>
          <a:cs typeface="+mn-cs"/>
        </a:defRPr>
      </a:lvl1pPr>
      <a:lvl2pPr marL="742950" indent="-285750" algn="l" defTabSz="449263" rtl="0" fontAlgn="base" hangingPunct="0">
        <a:lnSpc>
          <a:spcPct val="113000"/>
        </a:lnSpc>
        <a:spcBef>
          <a:spcPts val="13"/>
        </a:spcBef>
        <a:spcAft>
          <a:spcPts val="850"/>
        </a:spcAft>
        <a:buClr>
          <a:srgbClr val="000000"/>
        </a:buClr>
        <a:buSzPct val="100000"/>
        <a:buFont typeface="Times New Roman" panose="02020603050405020304" pitchFamily="18" charset="0"/>
        <a:defRPr sz="2100" kern="1200">
          <a:solidFill>
            <a:srgbClr val="04617B"/>
          </a:solidFill>
          <a:latin typeface="+mn-lt"/>
          <a:ea typeface="+mn-ea"/>
          <a:cs typeface="+mn-cs"/>
        </a:defRPr>
      </a:lvl2pPr>
      <a:lvl3pPr marL="1143000" indent="-228600" algn="l" defTabSz="449263" rtl="0" fontAlgn="base" hangingPunct="0">
        <a:lnSpc>
          <a:spcPct val="113000"/>
        </a:lnSpc>
        <a:spcBef>
          <a:spcPts val="13"/>
        </a:spcBef>
        <a:spcAft>
          <a:spcPts val="650"/>
        </a:spcAft>
        <a:buClr>
          <a:srgbClr val="000000"/>
        </a:buClr>
        <a:buSzPct val="100000"/>
        <a:buFont typeface="Times New Roman" panose="02020603050405020304" pitchFamily="18" charset="0"/>
        <a:defRPr kern="1200">
          <a:solidFill>
            <a:srgbClr val="04617B"/>
          </a:solidFill>
          <a:latin typeface="+mn-lt"/>
          <a:ea typeface="+mn-ea"/>
          <a:cs typeface="+mn-cs"/>
        </a:defRPr>
      </a:lvl3pPr>
      <a:lvl4pPr marL="1600200" indent="-228600" algn="l" defTabSz="449263" rtl="0" fontAlgn="base" hangingPunct="0">
        <a:lnSpc>
          <a:spcPct val="113000"/>
        </a:lnSpc>
        <a:spcBef>
          <a:spcPts val="13"/>
        </a:spcBef>
        <a:spcAft>
          <a:spcPts val="438"/>
        </a:spcAft>
        <a:buClr>
          <a:srgbClr val="000000"/>
        </a:buClr>
        <a:buSzPct val="100000"/>
        <a:buFont typeface="Times New Roman" panose="02020603050405020304" pitchFamily="18" charset="0"/>
        <a:defRPr kern="1200">
          <a:solidFill>
            <a:srgbClr val="04617B"/>
          </a:solidFill>
          <a:latin typeface="+mn-lt"/>
          <a:ea typeface="+mn-ea"/>
          <a:cs typeface="+mn-cs"/>
        </a:defRPr>
      </a:lvl4pPr>
      <a:lvl5pPr marL="2057400" indent="-228600" algn="l" defTabSz="449263" rtl="0" fontAlgn="base" hangingPunct="0">
        <a:lnSpc>
          <a:spcPct val="113000"/>
        </a:lnSpc>
        <a:spcBef>
          <a:spcPts val="13"/>
        </a:spcBef>
        <a:spcAft>
          <a:spcPts val="225"/>
        </a:spcAft>
        <a:buClr>
          <a:srgbClr val="000000"/>
        </a:buClr>
        <a:buSzPct val="100000"/>
        <a:buFont typeface="Times New Roman" panose="02020603050405020304" pitchFamily="18" charset="0"/>
        <a:defRPr kern="1200">
          <a:solidFill>
            <a:srgbClr val="04617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1.xml" /><Relationship Id="rId1" Type="http://schemas.openxmlformats.org/officeDocument/2006/relationships/slideLayout" Target="../slideLayouts/slideLayout12.xml" /><Relationship Id="rId4" Type="http://schemas.openxmlformats.org/officeDocument/2006/relationships/image" Target="../media/image6.png"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4.xml" /></Relationships>
</file>

<file path=ppt/slides/_rels/slide3.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3.xml" /><Relationship Id="rId1" Type="http://schemas.openxmlformats.org/officeDocument/2006/relationships/slideLayout" Target="../slideLayouts/slideLayout47.xml" /><Relationship Id="rId5" Type="http://schemas.openxmlformats.org/officeDocument/2006/relationships/image" Target="../media/image9.png" /><Relationship Id="rId4" Type="http://schemas.openxmlformats.org/officeDocument/2006/relationships/image" Target="../media/image8.png" /></Relationships>
</file>

<file path=ppt/slides/_rels/slide4.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4.xml" /><Relationship Id="rId1" Type="http://schemas.openxmlformats.org/officeDocument/2006/relationships/slideLayout" Target="../slideLayouts/slideLayout37.xml" /><Relationship Id="rId4" Type="http://schemas.openxmlformats.org/officeDocument/2006/relationships/image" Target="../media/image11.png" /></Relationships>
</file>

<file path=ppt/slides/_rels/slide5.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notesSlide" Target="../notesSlides/notesSlide5.xml" /><Relationship Id="rId1" Type="http://schemas.openxmlformats.org/officeDocument/2006/relationships/slideLayout" Target="../slideLayouts/slideLayout37.xml" /><Relationship Id="rId4" Type="http://schemas.openxmlformats.org/officeDocument/2006/relationships/image" Target="../media/image13.png" /></Relationships>
</file>

<file path=ppt/slides/_rels/slide6.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6.xml" /><Relationship Id="rId1" Type="http://schemas.openxmlformats.org/officeDocument/2006/relationships/slideLayout" Target="../slideLayouts/slideLayout37.xml" /></Relationships>
</file>

<file path=ppt/slides/_rels/slide7.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notesSlide" Target="../notesSlides/notesSlide7.xml" /><Relationship Id="rId1" Type="http://schemas.openxmlformats.org/officeDocument/2006/relationships/slideLayout" Target="../slideLayouts/slideLayout37.xml" /><Relationship Id="rId5" Type="http://schemas.openxmlformats.org/officeDocument/2006/relationships/image" Target="../media/image17.png" /><Relationship Id="rId4" Type="http://schemas.openxmlformats.org/officeDocument/2006/relationships/image" Target="../media/image16.png" /></Relationships>
</file>

<file path=ppt/slides/_rels/slide8.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notesSlide" Target="../notesSlides/notesSlide8.xml" /><Relationship Id="rId1" Type="http://schemas.openxmlformats.org/officeDocument/2006/relationships/slideLayout" Target="../slideLayouts/slideLayout37.xml" /><Relationship Id="rId6" Type="http://schemas.openxmlformats.org/officeDocument/2006/relationships/image" Target="../media/image20.emf" /><Relationship Id="rId5" Type="http://schemas.openxmlformats.org/officeDocument/2006/relationships/oleObject" Target="../embeddings/oleObject1.bin" /><Relationship Id="rId4" Type="http://schemas.openxmlformats.org/officeDocument/2006/relationships/image" Target="../media/image19.png" /></Relationships>
</file>

<file path=ppt/slides/_rels/slide9.xml.rels><?xml version="1.0" encoding="UTF-8" standalone="yes"?>
<Relationships xmlns="http://schemas.openxmlformats.org/package/2006/relationships"><Relationship Id="rId8" Type="http://schemas.openxmlformats.org/officeDocument/2006/relationships/image" Target="../media/image24.emf" /><Relationship Id="rId3" Type="http://schemas.openxmlformats.org/officeDocument/2006/relationships/image" Target="../media/image21.png" /><Relationship Id="rId7" Type="http://schemas.openxmlformats.org/officeDocument/2006/relationships/oleObject" Target="../embeddings/oleObject3.bin" /><Relationship Id="rId2" Type="http://schemas.openxmlformats.org/officeDocument/2006/relationships/notesSlide" Target="../notesSlides/notesSlide9.xml" /><Relationship Id="rId1" Type="http://schemas.openxmlformats.org/officeDocument/2006/relationships/slideLayout" Target="../slideLayouts/slideLayout37.xml" /><Relationship Id="rId6" Type="http://schemas.openxmlformats.org/officeDocument/2006/relationships/image" Target="../media/image23.emf" /><Relationship Id="rId5" Type="http://schemas.openxmlformats.org/officeDocument/2006/relationships/oleObject" Target="../embeddings/oleObject2.bin" /><Relationship Id="rId4" Type="http://schemas.openxmlformats.org/officeDocument/2006/relationships/image" Target="../media/image22.png" /></Relationships>
</file>

<file path=ppt/slides/_rels/slide10.xml.rels><?xml version="1.0" encoding="UTF-8" standalone="yes"?>
<Relationships xmlns="http://schemas.openxmlformats.org/package/2006/relationships"><Relationship Id="rId3" Type="http://schemas.openxmlformats.org/officeDocument/2006/relationships/image" Target="../media/image25.png" /><Relationship Id="rId2" Type="http://schemas.openxmlformats.org/officeDocument/2006/relationships/notesSlide" Target="../notesSlides/notesSlide10.xml" /><Relationship Id="rId1" Type="http://schemas.openxmlformats.org/officeDocument/2006/relationships/slideLayout" Target="../slideLayouts/slideLayout37.xml" /><Relationship Id="rId4" Type="http://schemas.openxmlformats.org/officeDocument/2006/relationships/image" Target="../media/image26.png" /></Relationships>
</file>

<file path=ppt/slides/_rels/slide11.xml.rels><?xml version="1.0" encoding="UTF-8" standalone="yes"?>
<Relationships xmlns="http://schemas.openxmlformats.org/package/2006/relationships"><Relationship Id="rId3" Type="http://schemas.openxmlformats.org/officeDocument/2006/relationships/image" Target="../media/image27.png" /><Relationship Id="rId2" Type="http://schemas.openxmlformats.org/officeDocument/2006/relationships/notesSlide" Target="../notesSlides/notesSlide11.xml" /><Relationship Id="rId1" Type="http://schemas.openxmlformats.org/officeDocument/2006/relationships/slideLayout" Target="../slideLayouts/slideLayout37.xml" /><Relationship Id="rId4" Type="http://schemas.openxmlformats.org/officeDocument/2006/relationships/image" Target="../media/image28.png" /></Relationships>
</file>

<file path=ppt/slides/_rels/slide12.xml.rels><?xml version="1.0" encoding="UTF-8" standalone="yes"?>
<Relationships xmlns="http://schemas.openxmlformats.org/package/2006/relationships"><Relationship Id="rId3" Type="http://schemas.openxmlformats.org/officeDocument/2006/relationships/image" Target="../media/image29.png" /><Relationship Id="rId2" Type="http://schemas.openxmlformats.org/officeDocument/2006/relationships/notesSlide" Target="../notesSlides/notesSlide12.xml" /><Relationship Id="rId1" Type="http://schemas.openxmlformats.org/officeDocument/2006/relationships/slideLayout" Target="../slideLayouts/slideLayout37.xml" /><Relationship Id="rId4" Type="http://schemas.openxmlformats.org/officeDocument/2006/relationships/image" Target="../media/image30.png" /></Relationships>
</file>

<file path=ppt/slides/_rels/slide13.xml.rels><?xml version="1.0" encoding="UTF-8" standalone="yes"?>
<Relationships xmlns="http://schemas.openxmlformats.org/package/2006/relationships"><Relationship Id="rId3" Type="http://schemas.openxmlformats.org/officeDocument/2006/relationships/image" Target="../media/image31.png" /><Relationship Id="rId2" Type="http://schemas.openxmlformats.org/officeDocument/2006/relationships/notesSlide" Target="../notesSlides/notesSlide13.xml" /><Relationship Id="rId1" Type="http://schemas.openxmlformats.org/officeDocument/2006/relationships/slideLayout" Target="../slideLayouts/slideLayout37.xml" /><Relationship Id="rId4" Type="http://schemas.openxmlformats.org/officeDocument/2006/relationships/image" Target="../media/image32.gif" /></Relationships>
</file>

<file path=ppt/slides/_rels/slide14.xml.rels><?xml version="1.0" encoding="UTF-8" standalone="yes"?>
<Relationships xmlns="http://schemas.openxmlformats.org/package/2006/relationships"><Relationship Id="rId3" Type="http://schemas.openxmlformats.org/officeDocument/2006/relationships/image" Target="../media/image33.gif" /><Relationship Id="rId2" Type="http://schemas.openxmlformats.org/officeDocument/2006/relationships/notesSlide" Target="../notesSlides/notesSlide14.xml" /><Relationship Id="rId1" Type="http://schemas.openxmlformats.org/officeDocument/2006/relationships/slideLayout" Target="../slideLayouts/slideLayout37.xml" /><Relationship Id="rId5" Type="http://schemas.openxmlformats.org/officeDocument/2006/relationships/image" Target="../media/image35.gif" /><Relationship Id="rId4" Type="http://schemas.openxmlformats.org/officeDocument/2006/relationships/image" Target="../media/image34.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1928B697-7E88-3371-C836-D64EA02A50C0}"/>
              </a:ext>
            </a:extLst>
          </p:cNvPr>
          <p:cNvSpPr>
            <a:spLocks noGrp="1" noChangeArrowheads="1"/>
          </p:cNvSpPr>
          <p:nvPr>
            <p:ph type="title" idx="4294967295"/>
          </p:nvPr>
        </p:nvSpPr>
        <p:spPr>
          <a:xfrm>
            <a:off x="503238" y="269875"/>
            <a:ext cx="9072562" cy="3240088"/>
          </a:xfrm>
          <a:ln/>
        </p:spPr>
        <p:txBody>
          <a:bodyPr/>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a:t>Robe da Meccanici…</a:t>
            </a:r>
            <a:br>
              <a:rPr lang="it-IT" altLang="en-US"/>
            </a:br>
            <a:r>
              <a:rPr lang="it-IT" altLang="en-US"/>
              <a:t>Viti Trapezie</a:t>
            </a:r>
            <a:br>
              <a:rPr lang="it-IT" altLang="en-US"/>
            </a:br>
            <a:endParaRPr lang="it-IT" altLang="en-US"/>
          </a:p>
        </p:txBody>
      </p:sp>
      <p:sp>
        <p:nvSpPr>
          <p:cNvPr id="6146" name="Text Box 2">
            <a:extLst>
              <a:ext uri="{FF2B5EF4-FFF2-40B4-BE49-F238E27FC236}">
                <a16:creationId xmlns:a16="http://schemas.microsoft.com/office/drawing/2014/main" id="{C8302DF9-3088-ECC7-2779-3B7EC3736F3E}"/>
              </a:ext>
            </a:extLst>
          </p:cNvPr>
          <p:cNvSpPr txBox="1">
            <a:spLocks noChangeArrowheads="1"/>
          </p:cNvSpPr>
          <p:nvPr/>
        </p:nvSpPr>
        <p:spPr bwMode="auto">
          <a:xfrm>
            <a:off x="0" y="0"/>
            <a:ext cx="4679950"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lstStyle>
            <a:lvl1pPr>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9pPr>
          </a:lstStyle>
          <a:p>
            <a:r>
              <a:rPr lang="it-IT" altLang="en-US">
                <a:solidFill>
                  <a:srgbClr val="FFFFFF"/>
                </a:solidFill>
              </a:rPr>
              <a:t>(Sono solo un elettronico mancato)</a:t>
            </a:r>
          </a:p>
        </p:txBody>
      </p:sp>
      <p:pic>
        <p:nvPicPr>
          <p:cNvPr id="6147" name="Picture 3">
            <a:extLst>
              <a:ext uri="{FF2B5EF4-FFF2-40B4-BE49-F238E27FC236}">
                <a16:creationId xmlns:a16="http://schemas.microsoft.com/office/drawing/2014/main" id="{4D0C705A-A45F-732C-BECC-A59910683E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0038" y="1260475"/>
            <a:ext cx="1887537" cy="18621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148" name="Picture 4">
            <a:extLst>
              <a:ext uri="{FF2B5EF4-FFF2-40B4-BE49-F238E27FC236}">
                <a16:creationId xmlns:a16="http://schemas.microsoft.com/office/drawing/2014/main" id="{30326A99-BC7E-B826-9953-3463C3C33D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516188"/>
            <a:ext cx="5707063" cy="28844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49" name="Line 5">
            <a:extLst>
              <a:ext uri="{FF2B5EF4-FFF2-40B4-BE49-F238E27FC236}">
                <a16:creationId xmlns:a16="http://schemas.microsoft.com/office/drawing/2014/main" id="{1D52A515-E712-CE3A-A190-9E3A06A4DBD0}"/>
              </a:ext>
            </a:extLst>
          </p:cNvPr>
          <p:cNvSpPr>
            <a:spLocks noChangeShapeType="1"/>
          </p:cNvSpPr>
          <p:nvPr/>
        </p:nvSpPr>
        <p:spPr bwMode="auto">
          <a:xfrm flipH="1">
            <a:off x="3241675" y="3060700"/>
            <a:ext cx="1439863" cy="539750"/>
          </a:xfrm>
          <a:prstGeom prst="line">
            <a:avLst/>
          </a:prstGeom>
          <a:noFill/>
          <a:ln w="18000" cap="flat">
            <a:solidFill>
              <a:srgbClr val="008AC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150" name="Text Box 6">
            <a:extLst>
              <a:ext uri="{FF2B5EF4-FFF2-40B4-BE49-F238E27FC236}">
                <a16:creationId xmlns:a16="http://schemas.microsoft.com/office/drawing/2014/main" id="{54EAB4E2-980D-A5C1-3988-7B9B0D8D24A5}"/>
              </a:ext>
            </a:extLst>
          </p:cNvPr>
          <p:cNvSpPr txBox="1">
            <a:spLocks noChangeArrowheads="1"/>
          </p:cNvSpPr>
          <p:nvPr/>
        </p:nvSpPr>
        <p:spPr bwMode="auto">
          <a:xfrm>
            <a:off x="4679950" y="2786063"/>
            <a:ext cx="3033713"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36000" tIns="36000" rIns="36000" bIns="36000" anchor="ctr"/>
          <a:lstStyle>
            <a:lvl1pPr>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9pPr>
          </a:lstStyle>
          <a:p>
            <a:pPr algn="ctr"/>
            <a:r>
              <a:rPr lang="it-IT" altLang="en-US">
                <a:solidFill>
                  <a:srgbClr val="0084D1"/>
                </a:solidFill>
              </a:rPr>
              <a:t>Chiocciola o madrevite</a:t>
            </a:r>
          </a:p>
        </p:txBody>
      </p:sp>
      <p:sp>
        <p:nvSpPr>
          <p:cNvPr id="6151" name="Line 7">
            <a:extLst>
              <a:ext uri="{FF2B5EF4-FFF2-40B4-BE49-F238E27FC236}">
                <a16:creationId xmlns:a16="http://schemas.microsoft.com/office/drawing/2014/main" id="{9163D3B7-AD46-3264-A2B5-111BAF8B4DFD}"/>
              </a:ext>
            </a:extLst>
          </p:cNvPr>
          <p:cNvSpPr>
            <a:spLocks noChangeShapeType="1"/>
          </p:cNvSpPr>
          <p:nvPr/>
        </p:nvSpPr>
        <p:spPr bwMode="auto">
          <a:xfrm flipH="1">
            <a:off x="3783013" y="3600450"/>
            <a:ext cx="1619250" cy="360363"/>
          </a:xfrm>
          <a:prstGeom prst="line">
            <a:avLst/>
          </a:prstGeom>
          <a:noFill/>
          <a:ln w="18000" cap="flat">
            <a:solidFill>
              <a:srgbClr val="008AC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152" name="Text Box 8">
            <a:extLst>
              <a:ext uri="{FF2B5EF4-FFF2-40B4-BE49-F238E27FC236}">
                <a16:creationId xmlns:a16="http://schemas.microsoft.com/office/drawing/2014/main" id="{EDFBEF5D-68B8-78BD-10D4-0FE8EDF06FDD}"/>
              </a:ext>
            </a:extLst>
          </p:cNvPr>
          <p:cNvSpPr txBox="1">
            <a:spLocks noChangeArrowheads="1"/>
          </p:cNvSpPr>
          <p:nvPr/>
        </p:nvSpPr>
        <p:spPr bwMode="auto">
          <a:xfrm>
            <a:off x="5426075" y="3325813"/>
            <a:ext cx="2305050"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36000" tIns="36000" rIns="36000" bIns="36000" anchor="ctr"/>
          <a:lstStyle>
            <a:lvl1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9pPr>
          </a:lstStyle>
          <a:p>
            <a:pPr algn="ctr"/>
            <a:r>
              <a:rPr lang="it-IT" altLang="en-US">
                <a:solidFill>
                  <a:srgbClr val="0084D1"/>
                </a:solidFill>
              </a:rPr>
              <a:t>Vite Trapezoidale</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a:extLst>
              <a:ext uri="{FF2B5EF4-FFF2-40B4-BE49-F238E27FC236}">
                <a16:creationId xmlns:a16="http://schemas.microsoft.com/office/drawing/2014/main" id="{6740EDF7-FC6F-B539-F662-51B068296DDF}"/>
              </a:ext>
            </a:extLst>
          </p:cNvPr>
          <p:cNvSpPr>
            <a:spLocks noGrp="1" noChangeArrowheads="1"/>
          </p:cNvSpPr>
          <p:nvPr>
            <p:ph type="title" idx="4294967295"/>
          </p:nvPr>
        </p:nvSpPr>
        <p:spPr>
          <a:xfrm>
            <a:off x="503238" y="90488"/>
            <a:ext cx="9072562" cy="990600"/>
          </a:xfrm>
          <a:ln/>
        </p:spPr>
        <p:txBody>
          <a:bodyPr/>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a:t>Problema posto : </a:t>
            </a:r>
          </a:p>
        </p:txBody>
      </p:sp>
      <p:sp>
        <p:nvSpPr>
          <p:cNvPr id="7170" name="Rectangle 2">
            <a:extLst>
              <a:ext uri="{FF2B5EF4-FFF2-40B4-BE49-F238E27FC236}">
                <a16:creationId xmlns:a16="http://schemas.microsoft.com/office/drawing/2014/main" id="{1A479C41-BB7B-AD1F-3F9B-C9385331E88F}"/>
              </a:ext>
            </a:extLst>
          </p:cNvPr>
          <p:cNvSpPr>
            <a:spLocks noGrp="1" noChangeArrowheads="1"/>
          </p:cNvSpPr>
          <p:nvPr>
            <p:ph type="subTitle" idx="4294967295"/>
          </p:nvPr>
        </p:nvSpPr>
        <p:spPr>
          <a:xfrm>
            <a:off x="503238" y="1120775"/>
            <a:ext cx="9072562" cy="4427538"/>
          </a:xfrm>
          <a:ln/>
        </p:spPr>
        <p:txBody>
          <a:bodyPr anchor="ctr"/>
          <a:lstStyle/>
          <a:p>
            <a:pPr marL="0" indent="0">
              <a:spcAft>
                <a:spcPts val="13"/>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sz="3200" b="1">
                <a:solidFill>
                  <a:srgbClr val="3465A4"/>
                </a:solidFill>
              </a:rPr>
              <a:t>- Trovare la massima forza che può sviluppare il punzone conoscendo la coppia massima del motore</a:t>
            </a:r>
          </a:p>
          <a:p>
            <a:pPr marL="0" indent="0">
              <a:spcAft>
                <a:spcPts val="13"/>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endParaRPr lang="it-IT" altLang="en-US" sz="3200" b="1">
              <a:solidFill>
                <a:srgbClr val="3465A4"/>
              </a:solidFill>
            </a:endParaRPr>
          </a:p>
          <a:p>
            <a:pPr marL="0" indent="0">
              <a:spcAft>
                <a:spcPts val="13"/>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sz="3200" b="1">
                <a:solidFill>
                  <a:srgbClr val="3465A4"/>
                </a:solidFill>
              </a:rPr>
              <a:t>- Capire se sia sicuro togliere la coppia al motore in caso di emergenza (come da normativa macchine) senza caduta accidentale del carico</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3" name="Picture 1">
            <a:extLst>
              <a:ext uri="{FF2B5EF4-FFF2-40B4-BE49-F238E27FC236}">
                <a16:creationId xmlns:a16="http://schemas.microsoft.com/office/drawing/2014/main" id="{39C014BD-06A6-E3B0-6B4E-04B4A58BA2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0450" y="4500563"/>
            <a:ext cx="2519363" cy="10795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194" name="Rectangle 2">
            <a:extLst>
              <a:ext uri="{FF2B5EF4-FFF2-40B4-BE49-F238E27FC236}">
                <a16:creationId xmlns:a16="http://schemas.microsoft.com/office/drawing/2014/main" id="{0535F70A-2474-2C59-D919-558A9B076E16}"/>
              </a:ext>
            </a:extLst>
          </p:cNvPr>
          <p:cNvSpPr>
            <a:spLocks noGrp="1" noChangeArrowheads="1"/>
          </p:cNvSpPr>
          <p:nvPr>
            <p:ph type="title"/>
          </p:nvPr>
        </p:nvSpPr>
        <p:spPr>
          <a:xfrm>
            <a:off x="503238" y="90488"/>
            <a:ext cx="9072562" cy="990600"/>
          </a:xfrm>
          <a:ln/>
        </p:spPr>
        <p:txBody>
          <a:bodyPr/>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a:t>Dati sul motore del punzone : </a:t>
            </a:r>
          </a:p>
        </p:txBody>
      </p:sp>
      <p:pic>
        <p:nvPicPr>
          <p:cNvPr id="8195" name="Picture 3">
            <a:extLst>
              <a:ext uri="{FF2B5EF4-FFF2-40B4-BE49-F238E27FC236}">
                <a16:creationId xmlns:a16="http://schemas.microsoft.com/office/drawing/2014/main" id="{D9162EF6-54AE-475D-E224-EA6571993E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65375"/>
          <a:stretch>
            <a:fillRect/>
          </a:stretch>
        </p:blipFill>
        <p:spPr bwMode="auto">
          <a:xfrm>
            <a:off x="123825" y="1260475"/>
            <a:ext cx="9413875" cy="1079500"/>
          </a:xfrm>
          <a:prstGeom prst="rect">
            <a:avLst/>
          </a:prstGeom>
          <a:noFill/>
          <a:ln>
            <a:noFill/>
          </a:ln>
          <a:effectLst/>
          <a:extLst>
            <a:ext uri="{909E8E84-426E-40DD-AFC4-6F175D3DCCD1}">
              <a14:hiddenFill xmlns:a14="http://schemas.microsoft.com/office/drawing/2010/main">
                <a:blipFill dpi="0" rotWithShape="0">
                  <a:blip/>
                  <a:srcRect t="65375"/>
                  <a:stretch>
                    <a:fillRect/>
                  </a:stretch>
                </a:blipFill>
              </a14:hiddenFill>
            </a:ext>
            <a:ext uri="{91240B29-F687-4F45-9708-019B960494DF}">
              <a14:hiddenLine xmlns:a14="http://schemas.microsoft.com/office/drawing/2010/main" w="38160" cap="flat">
                <a:solidFill>
                  <a:srgbClr val="FF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196" name="Oval 4">
            <a:extLst>
              <a:ext uri="{FF2B5EF4-FFF2-40B4-BE49-F238E27FC236}">
                <a16:creationId xmlns:a16="http://schemas.microsoft.com/office/drawing/2014/main" id="{E5F8416E-FB77-2D17-4ACF-B846E3910DD6}"/>
              </a:ext>
            </a:extLst>
          </p:cNvPr>
          <p:cNvSpPr>
            <a:spLocks noChangeArrowheads="1"/>
          </p:cNvSpPr>
          <p:nvPr/>
        </p:nvSpPr>
        <p:spPr bwMode="auto">
          <a:xfrm rot="60000">
            <a:off x="5972175" y="1443038"/>
            <a:ext cx="900113" cy="900112"/>
          </a:xfrm>
          <a:prstGeom prst="ellipse">
            <a:avLst/>
          </a:prstGeom>
          <a:noFill/>
          <a:ln w="5724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197" name="Text Box 5">
            <a:extLst>
              <a:ext uri="{FF2B5EF4-FFF2-40B4-BE49-F238E27FC236}">
                <a16:creationId xmlns:a16="http://schemas.microsoft.com/office/drawing/2014/main" id="{B0425D49-1804-FA51-22CC-8CE42130A370}"/>
              </a:ext>
            </a:extLst>
          </p:cNvPr>
          <p:cNvSpPr txBox="1">
            <a:spLocks noChangeArrowheads="1"/>
          </p:cNvSpPr>
          <p:nvPr/>
        </p:nvSpPr>
        <p:spPr bwMode="auto">
          <a:xfrm>
            <a:off x="0" y="2339975"/>
            <a:ext cx="9899650" cy="333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9pPr>
          </a:lstStyle>
          <a:p>
            <a:r>
              <a:rPr lang="it-IT" altLang="en-US" sz="1600"/>
              <a:t>Coppia a basse velocità ( &lt; 200 rpm) ~= 70% * holding Torque ~= 70% * 4800 = 3360 g/cm</a:t>
            </a:r>
          </a:p>
          <a:p>
            <a:r>
              <a:rPr lang="it-IT" altLang="en-US" sz="1600"/>
              <a:t>(sarebbe meglio guardare il grafico della curva di coppia per sapere a quanto corrisponde la coppia dinamica agli rpm a cui deve girare il motore)</a:t>
            </a:r>
          </a:p>
          <a:p>
            <a:endParaRPr lang="it-IT" altLang="en-US" sz="1600"/>
          </a:p>
          <a:p>
            <a:endParaRPr lang="it-IT" altLang="en-US" sz="1600"/>
          </a:p>
          <a:p>
            <a:r>
              <a:rPr lang="it-IT" altLang="en-US" sz="1600"/>
              <a:t>Coppia Motore Statica = Ms [Nm] = 						= 0,471 Nm 		</a:t>
            </a:r>
          </a:p>
          <a:p>
            <a:endParaRPr lang="it-IT" altLang="en-US" sz="1600"/>
          </a:p>
          <a:p>
            <a:endParaRPr lang="it-IT" altLang="en-US" sz="1600"/>
          </a:p>
          <a:p>
            <a:endParaRPr lang="it-IT" altLang="en-US" sz="1600"/>
          </a:p>
          <a:p>
            <a:r>
              <a:rPr lang="it-IT" altLang="en-US" sz="1600"/>
              <a:t>Coppia Motore Dinamica = M [Nm] =    						 ~= 0,33 Nm </a:t>
            </a:r>
          </a:p>
        </p:txBody>
      </p:sp>
      <p:pic>
        <p:nvPicPr>
          <p:cNvPr id="8198" name="Picture 6">
            <a:extLst>
              <a:ext uri="{FF2B5EF4-FFF2-40B4-BE49-F238E27FC236}">
                <a16:creationId xmlns:a16="http://schemas.microsoft.com/office/drawing/2014/main" id="{276DB2B7-714E-642D-5D77-13262F08A1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9475" y="3181350"/>
            <a:ext cx="2160588" cy="11382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199" name="Text Box 7">
            <a:extLst>
              <a:ext uri="{FF2B5EF4-FFF2-40B4-BE49-F238E27FC236}">
                <a16:creationId xmlns:a16="http://schemas.microsoft.com/office/drawing/2014/main" id="{783A257C-9F9E-6A93-CC57-9F63A24A6FC7}"/>
              </a:ext>
            </a:extLst>
          </p:cNvPr>
          <p:cNvSpPr txBox="1">
            <a:spLocks noChangeArrowheads="1"/>
          </p:cNvSpPr>
          <p:nvPr/>
        </p:nvSpPr>
        <p:spPr bwMode="auto">
          <a:xfrm>
            <a:off x="7380288" y="2879725"/>
            <a:ext cx="2519362" cy="172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lstStyle>
            <a:lvl1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9pPr>
          </a:lstStyle>
          <a:p>
            <a:r>
              <a:rPr lang="it-IT" altLang="en-US" sz="1600"/>
              <a:t>chiamata M perché è un “MOMENTO” essendo che</a:t>
            </a:r>
          </a:p>
          <a:p>
            <a:r>
              <a:rPr lang="it-IT" altLang="en-US" sz="1600"/>
              <a:t>Momento = Coppia = (Forza * braccio) = Nm</a:t>
            </a:r>
          </a:p>
          <a:p>
            <a:endParaRPr lang="it-IT" altLang="en-US" sz="1600"/>
          </a:p>
        </p:txBody>
      </p:sp>
      <p:sp>
        <p:nvSpPr>
          <p:cNvPr id="8200" name="Oval 8">
            <a:extLst>
              <a:ext uri="{FF2B5EF4-FFF2-40B4-BE49-F238E27FC236}">
                <a16:creationId xmlns:a16="http://schemas.microsoft.com/office/drawing/2014/main" id="{B43359A2-D027-2F84-3177-2D1FFB589836}"/>
              </a:ext>
            </a:extLst>
          </p:cNvPr>
          <p:cNvSpPr>
            <a:spLocks noChangeArrowheads="1"/>
          </p:cNvSpPr>
          <p:nvPr/>
        </p:nvSpPr>
        <p:spPr bwMode="auto">
          <a:xfrm>
            <a:off x="6299200" y="4756150"/>
            <a:ext cx="1260475" cy="461963"/>
          </a:xfrm>
          <a:prstGeom prst="ellipse">
            <a:avLst/>
          </a:prstGeom>
          <a:noFill/>
          <a:ln w="5724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a:extLst>
              <a:ext uri="{FF2B5EF4-FFF2-40B4-BE49-F238E27FC236}">
                <a16:creationId xmlns:a16="http://schemas.microsoft.com/office/drawing/2014/main" id="{6E3D3489-B11C-8DC1-449D-58CF2F3F1534}"/>
              </a:ext>
            </a:extLst>
          </p:cNvPr>
          <p:cNvSpPr>
            <a:spLocks noGrp="1" noChangeArrowheads="1"/>
          </p:cNvSpPr>
          <p:nvPr>
            <p:ph type="title"/>
          </p:nvPr>
        </p:nvSpPr>
        <p:spPr>
          <a:xfrm>
            <a:off x="503238" y="90488"/>
            <a:ext cx="9072562" cy="990600"/>
          </a:xfrm>
          <a:ln/>
        </p:spPr>
        <p:txBody>
          <a:bodyPr/>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a:t>Dati Sulla vite Trapezoidale :</a:t>
            </a:r>
          </a:p>
        </p:txBody>
      </p:sp>
      <p:sp>
        <p:nvSpPr>
          <p:cNvPr id="9218" name="Rectangle 2">
            <a:extLst>
              <a:ext uri="{FF2B5EF4-FFF2-40B4-BE49-F238E27FC236}">
                <a16:creationId xmlns:a16="http://schemas.microsoft.com/office/drawing/2014/main" id="{56B52981-38E9-6F43-C047-BE05573D46E5}"/>
              </a:ext>
            </a:extLst>
          </p:cNvPr>
          <p:cNvSpPr>
            <a:spLocks noGrp="1" noChangeArrowheads="1"/>
          </p:cNvSpPr>
          <p:nvPr>
            <p:ph type="body" idx="1"/>
          </p:nvPr>
        </p:nvSpPr>
        <p:spPr>
          <a:xfrm>
            <a:off x="3060700" y="1439863"/>
            <a:ext cx="7019925" cy="4230687"/>
          </a:xfrm>
          <a:ln/>
        </p:spPr>
        <p:txBody>
          <a:bodyPr/>
          <a:lstStyle/>
          <a:p>
            <a:pPr marL="431800" indent="-323850">
              <a:buClr>
                <a:srgbClr val="009EDA"/>
              </a:buClr>
              <a:buSzPct val="45000"/>
              <a:buFont typeface="Wingdings" panose="05000000000000000000"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pPr>
            <a:r>
              <a:rPr lang="it-IT" altLang="en-US"/>
              <a:t>p=passo=2mm</a:t>
            </a:r>
          </a:p>
          <a:p>
            <a:pPr marL="431800" indent="-323850">
              <a:buClr>
                <a:srgbClr val="009EDA"/>
              </a:buClr>
              <a:buSzPct val="45000"/>
              <a:buFont typeface="Wingdings" panose="05000000000000000000"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pPr>
            <a:r>
              <a:rPr lang="it-IT" altLang="en-US"/>
              <a:t>Dm=diametro medio= 7mm</a:t>
            </a:r>
          </a:p>
          <a:p>
            <a:pPr marL="431800" indent="-323850">
              <a:buClr>
                <a:srgbClr val="009EDA"/>
              </a:buClr>
              <a:buSzPct val="45000"/>
              <a:buFont typeface="Wingdings" panose="05000000000000000000"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pPr>
            <a:r>
              <a:rPr lang="it-IT" altLang="en-US"/>
              <a:t>                                       = 2 / (7*3,14) ~= 0,09</a:t>
            </a:r>
          </a:p>
          <a:p>
            <a:pPr marL="431800" indent="-323850">
              <a:buClr>
                <a:srgbClr val="009EDA"/>
              </a:buClr>
              <a:buSzPct val="45000"/>
              <a:buFont typeface="Wingdings" panose="05000000000000000000"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pPr>
            <a:r>
              <a:rPr lang="it-IT" altLang="en-US"/>
              <a:t>tg </a:t>
            </a:r>
            <a:r>
              <a:rPr lang="it-IT" altLang="en-US">
                <a:cs typeface="Noto Sans" panose="020B0502040504020204" pitchFamily="34" charset="0"/>
              </a:rPr>
              <a:t>ɑ= Tangente dell’angolo riferito all’inclinazione elica della filettatura</a:t>
            </a:r>
          </a:p>
          <a:p>
            <a:pPr marL="431800" indent="-323850">
              <a:buClr>
                <a:srgbClr val="009EDA"/>
              </a:buClr>
              <a:buSzPct val="45000"/>
              <a:buFont typeface="Wingdings" panose="05000000000000000000" pitchFamily="2" charset="2"/>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pPr>
            <a:endParaRPr lang="it-IT" altLang="en-US">
              <a:cs typeface="Noto Sans" panose="020B0502040504020204" pitchFamily="34" charset="0"/>
            </a:endParaRPr>
          </a:p>
        </p:txBody>
      </p:sp>
      <p:pic>
        <p:nvPicPr>
          <p:cNvPr id="9219" name="Picture 3">
            <a:extLst>
              <a:ext uri="{FF2B5EF4-FFF2-40B4-BE49-F238E27FC236}">
                <a16:creationId xmlns:a16="http://schemas.microsoft.com/office/drawing/2014/main" id="{E117EC94-37CE-71ED-2E20-02EA74DFCC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81831" y="1739106"/>
            <a:ext cx="4440238" cy="32353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220" name="Text Box 4">
            <a:extLst>
              <a:ext uri="{FF2B5EF4-FFF2-40B4-BE49-F238E27FC236}">
                <a16:creationId xmlns:a16="http://schemas.microsoft.com/office/drawing/2014/main" id="{6ED7A1E4-AEFF-A2E9-C003-A64D27E28930}"/>
              </a:ext>
            </a:extLst>
          </p:cNvPr>
          <p:cNvSpPr txBox="1">
            <a:spLocks noChangeArrowheads="1"/>
          </p:cNvSpPr>
          <p:nvPr/>
        </p:nvSpPr>
        <p:spPr bwMode="auto">
          <a:xfrm>
            <a:off x="179388" y="1123950"/>
            <a:ext cx="2519362"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lstStyle>
            <a:lvl1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9pPr>
          </a:lstStyle>
          <a:p>
            <a:r>
              <a:rPr lang="it-IT" altLang="en-US"/>
              <a:t>Geometria Vite</a:t>
            </a:r>
          </a:p>
        </p:txBody>
      </p:sp>
      <p:pic>
        <p:nvPicPr>
          <p:cNvPr id="9221" name="Picture 5">
            <a:extLst>
              <a:ext uri="{FF2B5EF4-FFF2-40B4-BE49-F238E27FC236}">
                <a16:creationId xmlns:a16="http://schemas.microsoft.com/office/drawing/2014/main" id="{09F82E11-EEA1-2F5C-BFCE-F4D6CDD91E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0750" y="2933700"/>
            <a:ext cx="3019425" cy="6667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a:extLst>
              <a:ext uri="{FF2B5EF4-FFF2-40B4-BE49-F238E27FC236}">
                <a16:creationId xmlns:a16="http://schemas.microsoft.com/office/drawing/2014/main" id="{0389A051-5086-8B22-20DB-6ABB01378C14}"/>
              </a:ext>
            </a:extLst>
          </p:cNvPr>
          <p:cNvSpPr>
            <a:spLocks noGrp="1" noChangeArrowheads="1"/>
          </p:cNvSpPr>
          <p:nvPr>
            <p:ph type="title"/>
          </p:nvPr>
        </p:nvSpPr>
        <p:spPr>
          <a:xfrm>
            <a:off x="503238" y="90488"/>
            <a:ext cx="9072562" cy="990600"/>
          </a:xfrm>
          <a:ln/>
        </p:spPr>
        <p:txBody>
          <a:bodyPr/>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a:t>Zoom sull’angolo dell’elica</a:t>
            </a:r>
          </a:p>
        </p:txBody>
      </p:sp>
      <p:sp>
        <p:nvSpPr>
          <p:cNvPr id="10242" name="Freeform 2">
            <a:extLst>
              <a:ext uri="{FF2B5EF4-FFF2-40B4-BE49-F238E27FC236}">
                <a16:creationId xmlns:a16="http://schemas.microsoft.com/office/drawing/2014/main" id="{87F69EF3-19F2-CD8F-8DF1-7F0CF9497E8F}"/>
              </a:ext>
            </a:extLst>
          </p:cNvPr>
          <p:cNvSpPr>
            <a:spLocks noChangeArrowheads="1"/>
          </p:cNvSpPr>
          <p:nvPr/>
        </p:nvSpPr>
        <p:spPr bwMode="auto">
          <a:xfrm>
            <a:off x="3201988" y="3405188"/>
            <a:ext cx="392112" cy="214312"/>
          </a:xfrm>
          <a:custGeom>
            <a:avLst/>
            <a:gdLst>
              <a:gd name="T0" fmla="*/ 1021 w 1087"/>
              <a:gd name="T1" fmla="*/ 59 h 597"/>
              <a:gd name="T2" fmla="*/ 370 w 1087"/>
              <a:gd name="T3" fmla="*/ 537 h 597"/>
              <a:gd name="T4" fmla="*/ 327 w 1087"/>
              <a:gd name="T5" fmla="*/ 38 h 597"/>
              <a:gd name="T6" fmla="*/ 999 w 1087"/>
              <a:gd name="T7" fmla="*/ 492 h 597"/>
              <a:gd name="T8" fmla="*/ 1086 w 1087"/>
              <a:gd name="T9" fmla="*/ 537 h 597"/>
            </a:gdLst>
            <a:ahLst/>
            <a:cxnLst>
              <a:cxn ang="0">
                <a:pos x="T0" y="T1"/>
              </a:cxn>
              <a:cxn ang="0">
                <a:pos x="T2" y="T3"/>
              </a:cxn>
              <a:cxn ang="0">
                <a:pos x="T4" y="T5"/>
              </a:cxn>
              <a:cxn ang="0">
                <a:pos x="T6" y="T7"/>
              </a:cxn>
              <a:cxn ang="0">
                <a:pos x="T8" y="T9"/>
              </a:cxn>
            </a:cxnLst>
            <a:rect l="0" t="0" r="r" b="b"/>
            <a:pathLst>
              <a:path w="1087" h="597">
                <a:moveTo>
                  <a:pt x="1021" y="59"/>
                </a:moveTo>
                <a:cubicBezTo>
                  <a:pt x="828" y="242"/>
                  <a:pt x="648" y="486"/>
                  <a:pt x="370" y="537"/>
                </a:cubicBezTo>
                <a:cubicBezTo>
                  <a:pt x="53" y="596"/>
                  <a:pt x="0" y="0"/>
                  <a:pt x="327" y="38"/>
                </a:cubicBezTo>
                <a:cubicBezTo>
                  <a:pt x="608" y="70"/>
                  <a:pt x="716" y="427"/>
                  <a:pt x="999" y="492"/>
                </a:cubicBezTo>
                <a:lnTo>
                  <a:pt x="1086" y="537"/>
                </a:lnTo>
              </a:path>
            </a:pathLst>
          </a:custGeom>
          <a:noFill/>
          <a:ln w="3816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pic>
        <p:nvPicPr>
          <p:cNvPr id="10243" name="Picture 3">
            <a:extLst>
              <a:ext uri="{FF2B5EF4-FFF2-40B4-BE49-F238E27FC236}">
                <a16:creationId xmlns:a16="http://schemas.microsoft.com/office/drawing/2014/main" id="{993B63BD-EF01-66BB-56EA-6D1CD8D7F7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2044700" y="4075113"/>
            <a:ext cx="7019925" cy="10287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44" name="Line 4">
            <a:extLst>
              <a:ext uri="{FF2B5EF4-FFF2-40B4-BE49-F238E27FC236}">
                <a16:creationId xmlns:a16="http://schemas.microsoft.com/office/drawing/2014/main" id="{B6E95E77-5DD3-F211-CCA5-C7D542163411}"/>
              </a:ext>
            </a:extLst>
          </p:cNvPr>
          <p:cNvSpPr>
            <a:spLocks noChangeShapeType="1"/>
          </p:cNvSpPr>
          <p:nvPr/>
        </p:nvSpPr>
        <p:spPr bwMode="auto">
          <a:xfrm>
            <a:off x="1439863" y="3600450"/>
            <a:ext cx="1728787" cy="1588"/>
          </a:xfrm>
          <a:prstGeom prst="line">
            <a:avLst/>
          </a:prstGeom>
          <a:noFill/>
          <a:ln w="18000" cap="flat">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5" name="Line 5">
            <a:extLst>
              <a:ext uri="{FF2B5EF4-FFF2-40B4-BE49-F238E27FC236}">
                <a16:creationId xmlns:a16="http://schemas.microsoft.com/office/drawing/2014/main" id="{8228C898-8B46-39F7-6178-DEB5C87FF33E}"/>
              </a:ext>
            </a:extLst>
          </p:cNvPr>
          <p:cNvSpPr>
            <a:spLocks noChangeShapeType="1"/>
          </p:cNvSpPr>
          <p:nvPr/>
        </p:nvSpPr>
        <p:spPr bwMode="auto">
          <a:xfrm flipV="1">
            <a:off x="1439863" y="3241675"/>
            <a:ext cx="1800225" cy="360363"/>
          </a:xfrm>
          <a:prstGeom prst="line">
            <a:avLst/>
          </a:prstGeom>
          <a:noFill/>
          <a:ln w="18000" cap="flat">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46" name="Freeform 6">
            <a:extLst>
              <a:ext uri="{FF2B5EF4-FFF2-40B4-BE49-F238E27FC236}">
                <a16:creationId xmlns:a16="http://schemas.microsoft.com/office/drawing/2014/main" id="{EA0DB207-EDEA-F9CB-5DC8-4ADACC263AC9}"/>
              </a:ext>
            </a:extLst>
          </p:cNvPr>
          <p:cNvSpPr>
            <a:spLocks noChangeArrowheads="1"/>
          </p:cNvSpPr>
          <p:nvPr/>
        </p:nvSpPr>
        <p:spPr bwMode="auto">
          <a:xfrm>
            <a:off x="2339975" y="3389313"/>
            <a:ext cx="55563" cy="211137"/>
          </a:xfrm>
          <a:custGeom>
            <a:avLst/>
            <a:gdLst>
              <a:gd name="T0" fmla="*/ 0 w 153"/>
              <a:gd name="T1" fmla="*/ 0 h 587"/>
              <a:gd name="T2" fmla="*/ 131 w 153"/>
              <a:gd name="T3" fmla="*/ 217 h 587"/>
              <a:gd name="T4" fmla="*/ 152 w 153"/>
              <a:gd name="T5" fmla="*/ 434 h 587"/>
              <a:gd name="T6" fmla="*/ 152 w 153"/>
              <a:gd name="T7" fmla="*/ 586 h 587"/>
            </a:gdLst>
            <a:ahLst/>
            <a:cxnLst>
              <a:cxn ang="0">
                <a:pos x="T0" y="T1"/>
              </a:cxn>
              <a:cxn ang="0">
                <a:pos x="T2" y="T3"/>
              </a:cxn>
              <a:cxn ang="0">
                <a:pos x="T4" y="T5"/>
              </a:cxn>
              <a:cxn ang="0">
                <a:pos x="T6" y="T7"/>
              </a:cxn>
            </a:cxnLst>
            <a:rect l="0" t="0" r="r" b="b"/>
            <a:pathLst>
              <a:path w="153" h="587">
                <a:moveTo>
                  <a:pt x="0" y="0"/>
                </a:moveTo>
                <a:lnTo>
                  <a:pt x="131" y="217"/>
                </a:lnTo>
                <a:lnTo>
                  <a:pt x="152" y="434"/>
                </a:lnTo>
                <a:lnTo>
                  <a:pt x="152" y="586"/>
                </a:lnTo>
              </a:path>
            </a:pathLst>
          </a:custGeom>
          <a:noFill/>
          <a:ln w="3816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pic>
        <p:nvPicPr>
          <p:cNvPr id="10247" name="Picture 7">
            <a:extLst>
              <a:ext uri="{FF2B5EF4-FFF2-40B4-BE49-F238E27FC236}">
                <a16:creationId xmlns:a16="http://schemas.microsoft.com/office/drawing/2014/main" id="{48A13A8F-F266-1F47-758E-5D65006FC6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838" y="1155700"/>
            <a:ext cx="6230937" cy="4064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48" name="Freeform 8">
            <a:extLst>
              <a:ext uri="{FF2B5EF4-FFF2-40B4-BE49-F238E27FC236}">
                <a16:creationId xmlns:a16="http://schemas.microsoft.com/office/drawing/2014/main" id="{57516D4F-7F25-D95B-19C4-CB7F4D044057}"/>
              </a:ext>
            </a:extLst>
          </p:cNvPr>
          <p:cNvSpPr>
            <a:spLocks noChangeArrowheads="1"/>
          </p:cNvSpPr>
          <p:nvPr/>
        </p:nvSpPr>
        <p:spPr bwMode="auto">
          <a:xfrm>
            <a:off x="6942138" y="2673350"/>
            <a:ext cx="798512" cy="425450"/>
          </a:xfrm>
          <a:custGeom>
            <a:avLst/>
            <a:gdLst>
              <a:gd name="T0" fmla="*/ 2084 w 2218"/>
              <a:gd name="T1" fmla="*/ 117 h 1181"/>
              <a:gd name="T2" fmla="*/ 757 w 2218"/>
              <a:gd name="T3" fmla="*/ 1064 h 1181"/>
              <a:gd name="T4" fmla="*/ 667 w 2218"/>
              <a:gd name="T5" fmla="*/ 76 h 1181"/>
              <a:gd name="T6" fmla="*/ 2039 w 2218"/>
              <a:gd name="T7" fmla="*/ 976 h 1181"/>
              <a:gd name="T8" fmla="*/ 2217 w 2218"/>
              <a:gd name="T9" fmla="*/ 1064 h 1181"/>
            </a:gdLst>
            <a:ahLst/>
            <a:cxnLst>
              <a:cxn ang="0">
                <a:pos x="T0" y="T1"/>
              </a:cxn>
              <a:cxn ang="0">
                <a:pos x="T2" y="T3"/>
              </a:cxn>
              <a:cxn ang="0">
                <a:pos x="T4" y="T5"/>
              </a:cxn>
              <a:cxn ang="0">
                <a:pos x="T6" y="T7"/>
              </a:cxn>
              <a:cxn ang="0">
                <a:pos x="T8" y="T9"/>
              </a:cxn>
            </a:cxnLst>
            <a:rect l="0" t="0" r="r" b="b"/>
            <a:pathLst>
              <a:path w="2218" h="1181">
                <a:moveTo>
                  <a:pt x="2084" y="117"/>
                </a:moveTo>
                <a:cubicBezTo>
                  <a:pt x="1690" y="480"/>
                  <a:pt x="1323" y="963"/>
                  <a:pt x="757" y="1064"/>
                </a:cubicBezTo>
                <a:cubicBezTo>
                  <a:pt x="109" y="1180"/>
                  <a:pt x="0" y="0"/>
                  <a:pt x="667" y="76"/>
                </a:cubicBezTo>
                <a:cubicBezTo>
                  <a:pt x="1241" y="140"/>
                  <a:pt x="1463" y="847"/>
                  <a:pt x="2039" y="976"/>
                </a:cubicBezTo>
                <a:lnTo>
                  <a:pt x="2217" y="1064"/>
                </a:lnTo>
              </a:path>
            </a:pathLst>
          </a:custGeom>
          <a:noFill/>
          <a:ln w="3816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5" name="Picture 1">
            <a:extLst>
              <a:ext uri="{FF2B5EF4-FFF2-40B4-BE49-F238E27FC236}">
                <a16:creationId xmlns:a16="http://schemas.microsoft.com/office/drawing/2014/main" id="{F50CFAB6-B18E-D5A8-57C7-F15134C468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71788"/>
            <a:ext cx="6840538" cy="27892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266" name="Rectangle 2">
            <a:extLst>
              <a:ext uri="{FF2B5EF4-FFF2-40B4-BE49-F238E27FC236}">
                <a16:creationId xmlns:a16="http://schemas.microsoft.com/office/drawing/2014/main" id="{C103FDB9-9E41-8246-9AC7-98F9407E0DCB}"/>
              </a:ext>
            </a:extLst>
          </p:cNvPr>
          <p:cNvSpPr>
            <a:spLocks noGrp="1" noChangeArrowheads="1"/>
          </p:cNvSpPr>
          <p:nvPr>
            <p:ph type="title"/>
          </p:nvPr>
        </p:nvSpPr>
        <p:spPr>
          <a:xfrm>
            <a:off x="503238" y="90488"/>
            <a:ext cx="9072562" cy="990600"/>
          </a:xfrm>
          <a:ln/>
        </p:spPr>
        <p:txBody>
          <a:bodyPr/>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a:t>Dati Utili Sulla Chiocciola :</a:t>
            </a:r>
          </a:p>
        </p:txBody>
      </p:sp>
      <p:sp>
        <p:nvSpPr>
          <p:cNvPr id="11267" name="Rectangle 3">
            <a:extLst>
              <a:ext uri="{FF2B5EF4-FFF2-40B4-BE49-F238E27FC236}">
                <a16:creationId xmlns:a16="http://schemas.microsoft.com/office/drawing/2014/main" id="{D22F33EE-E0FF-035A-1EDA-2B7E19D00786}"/>
              </a:ext>
            </a:extLst>
          </p:cNvPr>
          <p:cNvSpPr>
            <a:spLocks noGrp="1" noChangeArrowheads="1"/>
          </p:cNvSpPr>
          <p:nvPr>
            <p:ph type="body" idx="1"/>
          </p:nvPr>
        </p:nvSpPr>
        <p:spPr>
          <a:xfrm>
            <a:off x="0" y="1260475"/>
            <a:ext cx="9899650" cy="1800225"/>
          </a:xfrm>
          <a:ln/>
        </p:spPr>
        <p:txBody>
          <a:bodyPr/>
          <a:lstStyle/>
          <a:p>
            <a:pPr marL="431800" indent="-323850">
              <a:buClr>
                <a:srgbClr val="009EDA"/>
              </a:buClr>
              <a:buSzPct val="45000"/>
              <a:buFont typeface="Wingdings" panose="05000000000000000000"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pPr>
            <a:r>
              <a:rPr lang="it-IT" altLang="en-US">
                <a:cs typeface="Noto Sans" panose="020B0502040504020204" pitchFamily="34" charset="0"/>
              </a:rPr>
              <a:t>f=coeff. D’attrito tra chiocciola e madrevite</a:t>
            </a:r>
            <a:br>
              <a:rPr lang="it-IT" altLang="en-US">
                <a:cs typeface="Noto Sans" panose="020B0502040504020204" pitchFamily="34" charset="0"/>
              </a:rPr>
            </a:br>
            <a:r>
              <a:rPr lang="it-IT" altLang="en-US">
                <a:cs typeface="Noto Sans" panose="020B0502040504020204" pitchFamily="34" charset="0"/>
              </a:rPr>
              <a:t>(ad esempio noi abbiamo vite in acciaio e madrevite (detta anche chiocciola) in ottone e il tutto senza lubrificazione per cui dalla tabella scegliamo Steel,dry (vite in acciaio non lubrificata) colonna Brass (madrevite ottone)</a:t>
            </a:r>
          </a:p>
          <a:p>
            <a:pPr marL="431800" indent="-323850">
              <a:buClr>
                <a:srgbClr val="009EDA"/>
              </a:buClr>
              <a:buSzPct val="45000"/>
              <a:buFont typeface="Wingdings" panose="05000000000000000000" pitchFamily="2" charset="2"/>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pPr>
            <a:endParaRPr lang="it-IT" altLang="en-US">
              <a:cs typeface="Noto Sans" panose="020B0502040504020204" pitchFamily="34" charset="0"/>
            </a:endParaRPr>
          </a:p>
        </p:txBody>
      </p:sp>
      <p:sp>
        <p:nvSpPr>
          <p:cNvPr id="11268" name="Oval 4">
            <a:extLst>
              <a:ext uri="{FF2B5EF4-FFF2-40B4-BE49-F238E27FC236}">
                <a16:creationId xmlns:a16="http://schemas.microsoft.com/office/drawing/2014/main" id="{D94795B4-70AE-0FF4-E4DD-5A343325236B}"/>
              </a:ext>
            </a:extLst>
          </p:cNvPr>
          <p:cNvSpPr>
            <a:spLocks noChangeArrowheads="1"/>
          </p:cNvSpPr>
          <p:nvPr/>
        </p:nvSpPr>
        <p:spPr bwMode="auto">
          <a:xfrm rot="60000">
            <a:off x="4497388" y="3776663"/>
            <a:ext cx="1439862" cy="900112"/>
          </a:xfrm>
          <a:prstGeom prst="ellipse">
            <a:avLst/>
          </a:prstGeom>
          <a:noFill/>
          <a:ln w="5724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269" name="Text Box 5">
            <a:extLst>
              <a:ext uri="{FF2B5EF4-FFF2-40B4-BE49-F238E27FC236}">
                <a16:creationId xmlns:a16="http://schemas.microsoft.com/office/drawing/2014/main" id="{7DF6777A-449F-BED4-EF19-7A3608E3E90E}"/>
              </a:ext>
            </a:extLst>
          </p:cNvPr>
          <p:cNvSpPr txBox="1">
            <a:spLocks noChangeArrowheads="1"/>
          </p:cNvSpPr>
          <p:nvPr/>
        </p:nvSpPr>
        <p:spPr bwMode="auto">
          <a:xfrm>
            <a:off x="7019925" y="2871788"/>
            <a:ext cx="3060700" cy="2708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lvl1pPr>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rgbClr val="000000"/>
                </a:solidFill>
                <a:latin typeface="Noto Sans" panose="020B0502040504020204" pitchFamily="34" charset="0"/>
                <a:cs typeface="Noto Sans CJK JP:palt;Noto Sans" pitchFamily="32" charset="0"/>
              </a:defRPr>
            </a:lvl9pPr>
          </a:lstStyle>
          <a:p>
            <a:r>
              <a:rPr lang="it-IT" altLang="en-US"/>
              <a:t>Scegliamo il caso peggiore e lo arrotondiamo a </a:t>
            </a:r>
          </a:p>
          <a:p>
            <a:endParaRPr lang="it-IT" altLang="en-US"/>
          </a:p>
          <a:p>
            <a:r>
              <a:rPr lang="it-IT" altLang="en-US"/>
              <a:t>f=0.2</a:t>
            </a:r>
          </a:p>
        </p:txBody>
      </p:sp>
      <p:sp>
        <p:nvSpPr>
          <p:cNvPr id="11270" name="Oval 6">
            <a:extLst>
              <a:ext uri="{FF2B5EF4-FFF2-40B4-BE49-F238E27FC236}">
                <a16:creationId xmlns:a16="http://schemas.microsoft.com/office/drawing/2014/main" id="{F1470A41-A907-3C75-EFE2-3D21380860CC}"/>
              </a:ext>
            </a:extLst>
          </p:cNvPr>
          <p:cNvSpPr>
            <a:spLocks noChangeArrowheads="1"/>
          </p:cNvSpPr>
          <p:nvPr/>
        </p:nvSpPr>
        <p:spPr bwMode="auto">
          <a:xfrm rot="60000">
            <a:off x="-1588" y="4148138"/>
            <a:ext cx="1800226" cy="539750"/>
          </a:xfrm>
          <a:prstGeom prst="ellipse">
            <a:avLst/>
          </a:prstGeom>
          <a:noFill/>
          <a:ln w="5724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271" name="Line 7">
            <a:extLst>
              <a:ext uri="{FF2B5EF4-FFF2-40B4-BE49-F238E27FC236}">
                <a16:creationId xmlns:a16="http://schemas.microsoft.com/office/drawing/2014/main" id="{83A1D402-481F-FED3-BDFA-0099C9613B8F}"/>
              </a:ext>
            </a:extLst>
          </p:cNvPr>
          <p:cNvSpPr>
            <a:spLocks noChangeShapeType="1"/>
          </p:cNvSpPr>
          <p:nvPr/>
        </p:nvSpPr>
        <p:spPr bwMode="auto">
          <a:xfrm>
            <a:off x="7019925" y="4859338"/>
            <a:ext cx="720725" cy="1587"/>
          </a:xfrm>
          <a:prstGeom prst="line">
            <a:avLst/>
          </a:prstGeom>
          <a:noFill/>
          <a:ln w="57240" cap="flat">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9" name="Picture 1">
            <a:extLst>
              <a:ext uri="{FF2B5EF4-FFF2-40B4-BE49-F238E27FC236}">
                <a16:creationId xmlns:a16="http://schemas.microsoft.com/office/drawing/2014/main" id="{6465E27D-FB8B-7561-9DF8-C5DCB626D6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79500"/>
            <a:ext cx="10080625" cy="45894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290" name="Rectangle 2">
            <a:extLst>
              <a:ext uri="{FF2B5EF4-FFF2-40B4-BE49-F238E27FC236}">
                <a16:creationId xmlns:a16="http://schemas.microsoft.com/office/drawing/2014/main" id="{62B84C2E-6657-DE37-3A8B-342EEFCFA68B}"/>
              </a:ext>
            </a:extLst>
          </p:cNvPr>
          <p:cNvSpPr>
            <a:spLocks noGrp="1" noChangeArrowheads="1"/>
          </p:cNvSpPr>
          <p:nvPr>
            <p:ph type="title"/>
          </p:nvPr>
        </p:nvSpPr>
        <p:spPr>
          <a:xfrm>
            <a:off x="503238" y="90488"/>
            <a:ext cx="9072562" cy="990600"/>
          </a:xfrm>
          <a:ln/>
        </p:spPr>
        <p:txBody>
          <a:bodyPr/>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a:t>Cosa chiede il Manuale Tecnico :</a:t>
            </a:r>
          </a:p>
        </p:txBody>
      </p:sp>
      <p:sp>
        <p:nvSpPr>
          <p:cNvPr id="12291" name="Rectangle 3">
            <a:extLst>
              <a:ext uri="{FF2B5EF4-FFF2-40B4-BE49-F238E27FC236}">
                <a16:creationId xmlns:a16="http://schemas.microsoft.com/office/drawing/2014/main" id="{17040B90-BBA0-77C9-143A-BEBDCD135FF0}"/>
              </a:ext>
            </a:extLst>
          </p:cNvPr>
          <p:cNvSpPr>
            <a:spLocks noChangeArrowheads="1"/>
          </p:cNvSpPr>
          <p:nvPr/>
        </p:nvSpPr>
        <p:spPr bwMode="auto">
          <a:xfrm>
            <a:off x="6840538" y="1619250"/>
            <a:ext cx="1979612" cy="1979613"/>
          </a:xfrm>
          <a:prstGeom prst="rect">
            <a:avLst/>
          </a:prstGeom>
          <a:solidFill>
            <a:srgbClr val="FFFFFF"/>
          </a:solidFill>
          <a:ln w="18000" cap="flat">
            <a:solidFill>
              <a:srgbClr val="FFFFF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pic>
        <p:nvPicPr>
          <p:cNvPr id="12292" name="Picture 4">
            <a:extLst>
              <a:ext uri="{FF2B5EF4-FFF2-40B4-BE49-F238E27FC236}">
                <a16:creationId xmlns:a16="http://schemas.microsoft.com/office/drawing/2014/main" id="{0CFC9E33-53B8-29B4-45F9-C597C108DF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1757363"/>
            <a:ext cx="1935162" cy="20224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293" name="Rectangle 5">
            <a:extLst>
              <a:ext uri="{FF2B5EF4-FFF2-40B4-BE49-F238E27FC236}">
                <a16:creationId xmlns:a16="http://schemas.microsoft.com/office/drawing/2014/main" id="{A9469E45-1127-A434-9C4D-D44C12762ACE}"/>
              </a:ext>
            </a:extLst>
          </p:cNvPr>
          <p:cNvSpPr>
            <a:spLocks noChangeArrowheads="1"/>
          </p:cNvSpPr>
          <p:nvPr/>
        </p:nvSpPr>
        <p:spPr bwMode="auto">
          <a:xfrm>
            <a:off x="0" y="4140200"/>
            <a:ext cx="5040313" cy="1530350"/>
          </a:xfrm>
          <a:prstGeom prst="rect">
            <a:avLst/>
          </a:prstGeom>
          <a:solidFill>
            <a:srgbClr val="FFFFFF"/>
          </a:solidFill>
          <a:ln w="18000" cap="flat">
            <a:solidFill>
              <a:srgbClr val="FFFFF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294" name="Rectangle 6">
            <a:extLst>
              <a:ext uri="{FF2B5EF4-FFF2-40B4-BE49-F238E27FC236}">
                <a16:creationId xmlns:a16="http://schemas.microsoft.com/office/drawing/2014/main" id="{C1F69B0E-6A3E-4E3A-D2C2-651EBAE547E1}"/>
              </a:ext>
            </a:extLst>
          </p:cNvPr>
          <p:cNvSpPr>
            <a:spLocks noChangeArrowheads="1"/>
          </p:cNvSpPr>
          <p:nvPr/>
        </p:nvSpPr>
        <p:spPr bwMode="auto">
          <a:xfrm>
            <a:off x="7920038" y="4049713"/>
            <a:ext cx="2160587" cy="1530350"/>
          </a:xfrm>
          <a:prstGeom prst="rect">
            <a:avLst/>
          </a:prstGeom>
          <a:solidFill>
            <a:srgbClr val="FFFFFF"/>
          </a:solidFill>
          <a:ln w="18000" cap="flat">
            <a:solidFill>
              <a:srgbClr val="FFFFF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pic>
        <p:nvPicPr>
          <p:cNvPr id="12295" name="Picture 7">
            <a:extLst>
              <a:ext uri="{FF2B5EF4-FFF2-40B4-BE49-F238E27FC236}">
                <a16:creationId xmlns:a16="http://schemas.microsoft.com/office/drawing/2014/main" id="{92634166-0EE9-A9BE-5C3E-0DA62E5F50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86725" y="3419475"/>
            <a:ext cx="1812925" cy="18081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296" name="Text Box 8">
            <a:extLst>
              <a:ext uri="{FF2B5EF4-FFF2-40B4-BE49-F238E27FC236}">
                <a16:creationId xmlns:a16="http://schemas.microsoft.com/office/drawing/2014/main" id="{C4DACD18-3661-7F95-F60E-C7FE455C636F}"/>
              </a:ext>
            </a:extLst>
          </p:cNvPr>
          <p:cNvSpPr txBox="1">
            <a:spLocks noChangeArrowheads="1"/>
          </p:cNvSpPr>
          <p:nvPr/>
        </p:nvSpPr>
        <p:spPr bwMode="auto">
          <a:xfrm>
            <a:off x="7740650" y="2160588"/>
            <a:ext cx="2339975" cy="1216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lstStyle>
            <a:lvl1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9pPr>
          </a:lstStyle>
          <a:p>
            <a:r>
              <a:rPr lang="it-IT" altLang="en-US"/>
              <a:t>QR Code Manuale Tecnico</a:t>
            </a:r>
            <a:br>
              <a:rPr lang="it-IT" altLang="en-US"/>
            </a:br>
            <a:r>
              <a:rPr lang="it-IT" altLang="en-US"/>
              <a:t>(pagina 17)</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a:extLst>
              <a:ext uri="{FF2B5EF4-FFF2-40B4-BE49-F238E27FC236}">
                <a16:creationId xmlns:a16="http://schemas.microsoft.com/office/drawing/2014/main" id="{2EE6968B-C031-A8FF-E873-BD2DEAD9257E}"/>
              </a:ext>
            </a:extLst>
          </p:cNvPr>
          <p:cNvSpPr>
            <a:spLocks noGrp="1" noChangeArrowheads="1"/>
          </p:cNvSpPr>
          <p:nvPr>
            <p:ph type="title"/>
          </p:nvPr>
        </p:nvSpPr>
        <p:spPr>
          <a:xfrm>
            <a:off x="503238" y="90488"/>
            <a:ext cx="9072562" cy="990600"/>
          </a:xfrm>
          <a:ln/>
        </p:spPr>
        <p:txBody>
          <a:bodyPr/>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a:t>Rendimento vite-madrevite:</a:t>
            </a:r>
          </a:p>
        </p:txBody>
      </p:sp>
      <p:pic>
        <p:nvPicPr>
          <p:cNvPr id="13314" name="Picture 2">
            <a:extLst>
              <a:ext uri="{FF2B5EF4-FFF2-40B4-BE49-F238E27FC236}">
                <a16:creationId xmlns:a16="http://schemas.microsoft.com/office/drawing/2014/main" id="{A2DCDDAF-7D25-ED86-47B1-6D32722A46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23963"/>
            <a:ext cx="5522913" cy="1295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3315" name="Picture 3">
            <a:extLst>
              <a:ext uri="{FF2B5EF4-FFF2-40B4-BE49-F238E27FC236}">
                <a16:creationId xmlns:a16="http://schemas.microsoft.com/office/drawing/2014/main" id="{C3215456-AE2C-032F-8549-2B0BF3EB93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2913" y="1260475"/>
            <a:ext cx="4016375" cy="21018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316" name="Text Box 4">
            <a:extLst>
              <a:ext uri="{FF2B5EF4-FFF2-40B4-BE49-F238E27FC236}">
                <a16:creationId xmlns:a16="http://schemas.microsoft.com/office/drawing/2014/main" id="{75CAAA79-4141-CFFE-6961-4894C8ADCAB4}"/>
              </a:ext>
            </a:extLst>
          </p:cNvPr>
          <p:cNvSpPr txBox="1">
            <a:spLocks noChangeArrowheads="1"/>
          </p:cNvSpPr>
          <p:nvPr/>
        </p:nvSpPr>
        <p:spPr bwMode="auto">
          <a:xfrm>
            <a:off x="60325" y="2606675"/>
            <a:ext cx="4259263"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36000" tIns="36000" rIns="36000" bIns="36000" anchor="ctr"/>
          <a:lstStyle>
            <a:lvl1pPr>
              <a:tabLst>
                <a:tab pos="449263" algn="l"/>
                <a:tab pos="898525" algn="l"/>
                <a:tab pos="1347788" algn="l"/>
                <a:tab pos="1797050" algn="l"/>
                <a:tab pos="2246313" algn="l"/>
                <a:tab pos="2695575" algn="l"/>
                <a:tab pos="3144838" algn="l"/>
                <a:tab pos="3594100" algn="l"/>
                <a:tab pos="4043363"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 pos="2695575" algn="l"/>
                <a:tab pos="3144838" algn="l"/>
                <a:tab pos="3594100" algn="l"/>
                <a:tab pos="4043363"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 pos="2695575" algn="l"/>
                <a:tab pos="3144838" algn="l"/>
                <a:tab pos="3594100" algn="l"/>
                <a:tab pos="4043363"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 pos="2695575" algn="l"/>
                <a:tab pos="3144838" algn="l"/>
                <a:tab pos="3594100" algn="l"/>
                <a:tab pos="4043363"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 pos="2695575" algn="l"/>
                <a:tab pos="3144838" algn="l"/>
                <a:tab pos="3594100" algn="l"/>
                <a:tab pos="4043363"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Lst>
              <a:defRPr sz="2200">
                <a:solidFill>
                  <a:srgbClr val="000000"/>
                </a:solidFill>
                <a:latin typeface="Noto Sans" panose="020B0502040504020204" pitchFamily="34" charset="0"/>
                <a:cs typeface="Noto Sans CJK JP:palt;Noto Sans" pitchFamily="32" charset="0"/>
              </a:defRPr>
            </a:lvl9pPr>
          </a:lstStyle>
          <a:p>
            <a:r>
              <a:rPr lang="it-IT" altLang="en-US">
                <a:cs typeface="Noto Sans" panose="020B0502040504020204" pitchFamily="34" charset="0"/>
              </a:rPr>
              <a:t>ɳ =			=  0,982 / 3,22 = 0,305</a:t>
            </a:r>
          </a:p>
        </p:txBody>
      </p:sp>
      <p:graphicFrame>
        <p:nvGraphicFramePr>
          <p:cNvPr id="13317" name="Object 5">
            <a:extLst>
              <a:ext uri="{FF2B5EF4-FFF2-40B4-BE49-F238E27FC236}">
                <a16:creationId xmlns:a16="http://schemas.microsoft.com/office/drawing/2014/main" id="{800AA064-80C5-CFBF-6265-301FF67C94A6}"/>
              </a:ext>
            </a:extLst>
          </p:cNvPr>
          <p:cNvGraphicFramePr>
            <a:graphicFrameLocks noChangeAspect="1"/>
          </p:cNvGraphicFramePr>
          <p:nvPr/>
        </p:nvGraphicFramePr>
        <p:xfrm>
          <a:off x="609600" y="2700338"/>
          <a:ext cx="1270000" cy="635000"/>
        </p:xfrm>
        <a:graphic>
          <a:graphicData uri="http://schemas.openxmlformats.org/presentationml/2006/ole">
            <mc:AlternateContent xmlns:mc="http://schemas.openxmlformats.org/markup-compatibility/2006">
              <mc:Choice xmlns:v="urn:schemas-microsoft-com:vml" Requires="v">
                <p:oleObj r:id="rId5" imgW="748800" imgH="552960" progId="">
                  <p:embed/>
                </p:oleObj>
              </mc:Choice>
              <mc:Fallback>
                <p:oleObj r:id="rId5" imgW="748800" imgH="552960" progId="">
                  <p:embed/>
                  <p:pic>
                    <p:nvPicPr>
                      <p:cNvPr id="13317" name="Object 5">
                        <a:extLst>
                          <a:ext uri="{FF2B5EF4-FFF2-40B4-BE49-F238E27FC236}">
                            <a16:creationId xmlns:a16="http://schemas.microsoft.com/office/drawing/2014/main" id="{800AA064-80C5-CFBF-6265-301FF67C94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2700338"/>
                        <a:ext cx="1270000" cy="635000"/>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8" name="Text Box 6">
            <a:extLst>
              <a:ext uri="{FF2B5EF4-FFF2-40B4-BE49-F238E27FC236}">
                <a16:creationId xmlns:a16="http://schemas.microsoft.com/office/drawing/2014/main" id="{76E9BAF7-EF0D-8DDC-568C-4EDD080E581E}"/>
              </a:ext>
            </a:extLst>
          </p:cNvPr>
          <p:cNvSpPr txBox="1">
            <a:spLocks noChangeArrowheads="1"/>
          </p:cNvSpPr>
          <p:nvPr/>
        </p:nvSpPr>
        <p:spPr bwMode="auto">
          <a:xfrm>
            <a:off x="0" y="3219450"/>
            <a:ext cx="10080625" cy="1495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9pPr>
          </a:lstStyle>
          <a:p>
            <a:r>
              <a:rPr lang="it-IT" altLang="en-US" sz="2000"/>
              <a:t>Posso già controllare se sia sicuro togliere la coppia al motore calcolando il rendimento non preferenziale (</a:t>
            </a:r>
            <a:r>
              <a:rPr lang="it-IT" altLang="en-US" sz="2000">
                <a:cs typeface="Noto Sans" panose="020B0502040504020204" pitchFamily="34" charset="0"/>
              </a:rPr>
              <a:t>ɳ</a:t>
            </a:r>
            <a:r>
              <a:rPr lang="it-IT" altLang="en-US" sz="2000" baseline="-33000">
                <a:cs typeface="Noto Sans" panose="020B0502040504020204" pitchFamily="34" charset="0"/>
              </a:rPr>
              <a:t>non_preferenziale</a:t>
            </a:r>
            <a:r>
              <a:rPr lang="it-IT" altLang="en-US" sz="2000">
                <a:cs typeface="Noto Sans" panose="020B0502040504020204" pitchFamily="34" charset="0"/>
              </a:rPr>
              <a:t> = quando è il carico a tirare giù </a:t>
            </a:r>
          </a:p>
          <a:p>
            <a:r>
              <a:rPr lang="it-IT" altLang="en-US" sz="2000">
                <a:cs typeface="Noto Sans" panose="020B0502040504020204" pitchFamily="34" charset="0"/>
              </a:rPr>
              <a:t>el faxiòl (termine tecnico per dire il fagiolo) )</a:t>
            </a:r>
          </a:p>
          <a:p>
            <a:endParaRPr lang="it-IT" altLang="en-US">
              <a:cs typeface="Noto Sans" panose="020B0502040504020204" pitchFamily="34" charset="0"/>
            </a:endParaRPr>
          </a:p>
        </p:txBody>
      </p:sp>
      <p:sp>
        <p:nvSpPr>
          <p:cNvPr id="13319" name="Text Box 7">
            <a:extLst>
              <a:ext uri="{FF2B5EF4-FFF2-40B4-BE49-F238E27FC236}">
                <a16:creationId xmlns:a16="http://schemas.microsoft.com/office/drawing/2014/main" id="{0EDBD97F-9727-07E1-3FA7-0872415C0B79}"/>
              </a:ext>
            </a:extLst>
          </p:cNvPr>
          <p:cNvSpPr txBox="1">
            <a:spLocks noChangeArrowheads="1"/>
          </p:cNvSpPr>
          <p:nvPr/>
        </p:nvSpPr>
        <p:spPr bwMode="auto">
          <a:xfrm>
            <a:off x="0" y="4406900"/>
            <a:ext cx="10080625" cy="1263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9pPr>
          </a:lstStyle>
          <a:p>
            <a:r>
              <a:rPr lang="it-IT" altLang="en-US" sz="2000">
                <a:cs typeface="Noto Sans" panose="020B0502040504020204" pitchFamily="34" charset="0"/>
              </a:rPr>
              <a:t>ɳ</a:t>
            </a:r>
            <a:r>
              <a:rPr lang="it-IT" altLang="en-US" sz="2000" baseline="-33000">
                <a:cs typeface="Noto Sans" panose="020B0502040504020204" pitchFamily="34" charset="0"/>
              </a:rPr>
              <a:t>non_preferenziale</a:t>
            </a:r>
            <a:r>
              <a:rPr lang="it-IT" altLang="en-US" sz="2000">
                <a:cs typeface="Noto Sans" panose="020B0502040504020204" pitchFamily="34" charset="0"/>
              </a:rPr>
              <a:t> = 2 - ( 1/ɳ ) = 2 - ( 1/0,305) = 2 – 3,28 =  -1,28 </a:t>
            </a:r>
          </a:p>
          <a:p>
            <a:r>
              <a:rPr lang="it-IT" altLang="en-US" sz="2000">
                <a:cs typeface="Noto Sans" panose="020B0502040504020204" pitchFamily="34" charset="0"/>
              </a:rPr>
              <a:t>(essendo non solo basso ma addirittura negativo so che non torna indietro e quindi posso togliere la coppia come da normativa macchine)</a:t>
            </a:r>
          </a:p>
        </p:txBody>
      </p:sp>
      <p:sp>
        <p:nvSpPr>
          <p:cNvPr id="13320" name="Oval 8">
            <a:extLst>
              <a:ext uri="{FF2B5EF4-FFF2-40B4-BE49-F238E27FC236}">
                <a16:creationId xmlns:a16="http://schemas.microsoft.com/office/drawing/2014/main" id="{F9440DD6-F756-DB9A-65B3-0AAF4EF584F2}"/>
              </a:ext>
            </a:extLst>
          </p:cNvPr>
          <p:cNvSpPr>
            <a:spLocks noChangeArrowheads="1"/>
          </p:cNvSpPr>
          <p:nvPr/>
        </p:nvSpPr>
        <p:spPr bwMode="auto">
          <a:xfrm rot="60000">
            <a:off x="5938838" y="4410075"/>
            <a:ext cx="763587" cy="546100"/>
          </a:xfrm>
          <a:prstGeom prst="ellipse">
            <a:avLst/>
          </a:prstGeom>
          <a:noFill/>
          <a:ln w="5724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321" name="Oval 9">
            <a:extLst>
              <a:ext uri="{FF2B5EF4-FFF2-40B4-BE49-F238E27FC236}">
                <a16:creationId xmlns:a16="http://schemas.microsoft.com/office/drawing/2014/main" id="{6D94D03B-8FC6-0CD9-AC2E-8EA684A7FC86}"/>
              </a:ext>
            </a:extLst>
          </p:cNvPr>
          <p:cNvSpPr>
            <a:spLocks noChangeArrowheads="1"/>
          </p:cNvSpPr>
          <p:nvPr/>
        </p:nvSpPr>
        <p:spPr bwMode="auto">
          <a:xfrm>
            <a:off x="3508375" y="2609850"/>
            <a:ext cx="828675" cy="461963"/>
          </a:xfrm>
          <a:prstGeom prst="ellipse">
            <a:avLst/>
          </a:prstGeom>
          <a:noFill/>
          <a:ln w="5724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a:extLst>
              <a:ext uri="{FF2B5EF4-FFF2-40B4-BE49-F238E27FC236}">
                <a16:creationId xmlns:a16="http://schemas.microsoft.com/office/drawing/2014/main" id="{A8BC043D-6642-52F4-E1D1-FFD6A3B26E4E}"/>
              </a:ext>
            </a:extLst>
          </p:cNvPr>
          <p:cNvSpPr>
            <a:spLocks noGrp="1" noChangeArrowheads="1"/>
          </p:cNvSpPr>
          <p:nvPr>
            <p:ph type="title"/>
          </p:nvPr>
        </p:nvSpPr>
        <p:spPr>
          <a:xfrm>
            <a:off x="0" y="90488"/>
            <a:ext cx="10080625" cy="990600"/>
          </a:xfrm>
          <a:ln/>
        </p:spPr>
        <p:txBody>
          <a:bodyPr anchor="ctr"/>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pPr>
            <a:r>
              <a:rPr lang="it-IT" altLang="en-US"/>
              <a:t>Trovare la forza partendo dalla coppia :</a:t>
            </a:r>
          </a:p>
        </p:txBody>
      </p:sp>
      <p:pic>
        <p:nvPicPr>
          <p:cNvPr id="14338" name="Picture 2">
            <a:extLst>
              <a:ext uri="{FF2B5EF4-FFF2-40B4-BE49-F238E27FC236}">
                <a16:creationId xmlns:a16="http://schemas.microsoft.com/office/drawing/2014/main" id="{6B0BA3D1-610F-D5D3-2F48-28CBA78450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12850"/>
            <a:ext cx="6180138" cy="18478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4339" name="Picture 3">
            <a:extLst>
              <a:ext uri="{FF2B5EF4-FFF2-40B4-BE49-F238E27FC236}">
                <a16:creationId xmlns:a16="http://schemas.microsoft.com/office/drawing/2014/main" id="{B8628E16-34BE-C999-148E-DDAD18B80A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9675" y="1206500"/>
            <a:ext cx="3430588" cy="16732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4340" name="Line 4">
            <a:extLst>
              <a:ext uri="{FF2B5EF4-FFF2-40B4-BE49-F238E27FC236}">
                <a16:creationId xmlns:a16="http://schemas.microsoft.com/office/drawing/2014/main" id="{74B03697-800A-2DFB-FBBA-4D5F21FE9D28}"/>
              </a:ext>
            </a:extLst>
          </p:cNvPr>
          <p:cNvSpPr>
            <a:spLocks noChangeShapeType="1"/>
          </p:cNvSpPr>
          <p:nvPr/>
        </p:nvSpPr>
        <p:spPr bwMode="auto">
          <a:xfrm>
            <a:off x="5749925" y="2043113"/>
            <a:ext cx="9525" cy="657225"/>
          </a:xfrm>
          <a:prstGeom prst="line">
            <a:avLst/>
          </a:prstGeom>
          <a:noFill/>
          <a:ln w="18000" cap="flat">
            <a:solidFill>
              <a:srgbClr val="008AC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cxnSp>
        <p:nvCxnSpPr>
          <p:cNvPr id="14341" name="AutoShape 5">
            <a:extLst>
              <a:ext uri="{FF2B5EF4-FFF2-40B4-BE49-F238E27FC236}">
                <a16:creationId xmlns:a16="http://schemas.microsoft.com/office/drawing/2014/main" id="{A55DBB28-7267-DBFE-F11B-7D0F1056595F}"/>
              </a:ext>
            </a:extLst>
          </p:cNvPr>
          <p:cNvCxnSpPr>
            <a:cxnSpLocks noChangeShapeType="1"/>
            <a:stCxn id="14340" idx="0"/>
            <a:endCxn id="14340" idx="0"/>
          </p:cNvCxnSpPr>
          <p:nvPr/>
        </p:nvCxnSpPr>
        <p:spPr bwMode="auto">
          <a:xfrm rot="5400000">
            <a:off x="5754688" y="2043113"/>
            <a:ext cx="1587" cy="1587"/>
          </a:xfrm>
          <a:prstGeom prst="bentConnector2">
            <a:avLst/>
          </a:prstGeom>
          <a:noFill/>
          <a:ln w="18000" cap="flat">
            <a:solidFill>
              <a:srgbClr val="F491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4342" name="AutoShape 6">
            <a:extLst>
              <a:ext uri="{FF2B5EF4-FFF2-40B4-BE49-F238E27FC236}">
                <a16:creationId xmlns:a16="http://schemas.microsoft.com/office/drawing/2014/main" id="{9143E1ED-16A0-C135-B463-5054615AF6DB}"/>
              </a:ext>
            </a:extLst>
          </p:cNvPr>
          <p:cNvCxnSpPr>
            <a:cxnSpLocks noChangeShapeType="1"/>
            <a:stCxn id="14341" idx="3"/>
            <a:endCxn id="14339" idx="1"/>
          </p:cNvCxnSpPr>
          <p:nvPr/>
        </p:nvCxnSpPr>
        <p:spPr bwMode="auto">
          <a:xfrm>
            <a:off x="5754688" y="2043113"/>
            <a:ext cx="534987" cy="1587"/>
          </a:xfrm>
          <a:prstGeom prst="bentConnector2">
            <a:avLst/>
          </a:prstGeom>
          <a:noFill/>
          <a:ln w="18000" cap="flat">
            <a:solidFill>
              <a:srgbClr val="0084D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4343" name="Text Box 7">
            <a:extLst>
              <a:ext uri="{FF2B5EF4-FFF2-40B4-BE49-F238E27FC236}">
                <a16:creationId xmlns:a16="http://schemas.microsoft.com/office/drawing/2014/main" id="{ACE9A600-FC2F-F90E-A390-2DF7B1936061}"/>
              </a:ext>
            </a:extLst>
          </p:cNvPr>
          <p:cNvSpPr txBox="1">
            <a:spLocks noChangeArrowheads="1"/>
          </p:cNvSpPr>
          <p:nvPr/>
        </p:nvSpPr>
        <p:spPr bwMode="auto">
          <a:xfrm>
            <a:off x="4140200" y="1851025"/>
            <a:ext cx="1609725" cy="798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lstStyle>
            <a:lvl1pPr>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9pPr>
          </a:lstStyle>
          <a:p>
            <a:r>
              <a:rPr lang="it-IT" altLang="en-US" sz="1400" b="1">
                <a:solidFill>
                  <a:srgbClr val="0084D1"/>
                </a:solidFill>
              </a:rPr>
              <a:t>Formula Inversa per trovare la Forza (Fa)</a:t>
            </a:r>
          </a:p>
        </p:txBody>
      </p:sp>
      <p:graphicFrame>
        <p:nvGraphicFramePr>
          <p:cNvPr id="14344" name="Object 8">
            <a:extLst>
              <a:ext uri="{FF2B5EF4-FFF2-40B4-BE49-F238E27FC236}">
                <a16:creationId xmlns:a16="http://schemas.microsoft.com/office/drawing/2014/main" id="{D16F7A17-FAE9-7E1C-3C75-4C4CBB88B417}"/>
              </a:ext>
            </a:extLst>
          </p:cNvPr>
          <p:cNvGraphicFramePr>
            <a:graphicFrameLocks noChangeAspect="1"/>
          </p:cNvGraphicFramePr>
          <p:nvPr/>
        </p:nvGraphicFramePr>
        <p:xfrm>
          <a:off x="5400675" y="3016250"/>
          <a:ext cx="1152525" cy="360363"/>
        </p:xfrm>
        <a:graphic>
          <a:graphicData uri="http://schemas.openxmlformats.org/presentationml/2006/ole">
            <mc:AlternateContent xmlns:mc="http://schemas.openxmlformats.org/markup-compatibility/2006">
              <mc:Choice xmlns:v="urn:schemas-microsoft-com:vml" Requires="v">
                <p:oleObj r:id="rId5" imgW="1152360" imgH="361440" progId="">
                  <p:embed/>
                </p:oleObj>
              </mc:Choice>
              <mc:Fallback>
                <p:oleObj r:id="rId5" imgW="1152360" imgH="361440" progId="">
                  <p:embed/>
                  <p:pic>
                    <p:nvPicPr>
                      <p:cNvPr id="14344" name="Object 8">
                        <a:extLst>
                          <a:ext uri="{FF2B5EF4-FFF2-40B4-BE49-F238E27FC236}">
                            <a16:creationId xmlns:a16="http://schemas.microsoft.com/office/drawing/2014/main" id="{D16F7A17-FAE9-7E1C-3C75-4C4CBB88B4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0675" y="3016250"/>
                        <a:ext cx="1152525" cy="360363"/>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5" name="Text Box 9">
            <a:extLst>
              <a:ext uri="{FF2B5EF4-FFF2-40B4-BE49-F238E27FC236}">
                <a16:creationId xmlns:a16="http://schemas.microsoft.com/office/drawing/2014/main" id="{E6FC6D4F-D82C-EA6C-41FA-C0ACA93D4397}"/>
              </a:ext>
            </a:extLst>
          </p:cNvPr>
          <p:cNvSpPr txBox="1">
            <a:spLocks noChangeArrowheads="1"/>
          </p:cNvSpPr>
          <p:nvPr/>
        </p:nvSpPr>
        <p:spPr bwMode="auto">
          <a:xfrm>
            <a:off x="0" y="3027363"/>
            <a:ext cx="4679950" cy="763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lstStyle>
            <a:lvl1pPr>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9pPr>
          </a:lstStyle>
          <a:p>
            <a:r>
              <a:rPr lang="it-IT" altLang="en-US"/>
              <a:t>2p = 2*</a:t>
            </a:r>
            <a:r>
              <a:rPr lang="it-IT" altLang="en-US">
                <a:latin typeface="Times New Roman" panose="02020603050405020304" pitchFamily="18" charset="0"/>
                <a:cs typeface="Times New Roman" panose="02020603050405020304" pitchFamily="18" charset="0"/>
              </a:rPr>
              <a:t>π	  [sì, è facile confondersi</a:t>
            </a:r>
          </a:p>
          <a:p>
            <a:pPr>
              <a:lnSpc>
                <a:spcPct val="93000"/>
              </a:lnSpc>
            </a:pPr>
            <a:r>
              <a:rPr lang="it-IT" altLang="en-US">
                <a:latin typeface="Times New Roman" panose="02020603050405020304" pitchFamily="18" charset="0"/>
                <a:cs typeface="Times New Roman" panose="02020603050405020304" pitchFamily="18" charset="0"/>
              </a:rPr>
              <a:t>			   (sono dei criminali.) ]</a:t>
            </a:r>
          </a:p>
        </p:txBody>
      </p:sp>
      <p:sp>
        <p:nvSpPr>
          <p:cNvPr id="14346" name="Freeform 10">
            <a:extLst>
              <a:ext uri="{FF2B5EF4-FFF2-40B4-BE49-F238E27FC236}">
                <a16:creationId xmlns:a16="http://schemas.microsoft.com/office/drawing/2014/main" id="{35A7A59C-84E8-C77D-EBF4-3B55E80CD6AE}"/>
              </a:ext>
            </a:extLst>
          </p:cNvPr>
          <p:cNvSpPr>
            <a:spLocks noChangeArrowheads="1"/>
          </p:cNvSpPr>
          <p:nvPr/>
        </p:nvSpPr>
        <p:spPr bwMode="auto">
          <a:xfrm>
            <a:off x="7675563" y="1936750"/>
            <a:ext cx="595312" cy="776288"/>
          </a:xfrm>
          <a:custGeom>
            <a:avLst/>
            <a:gdLst>
              <a:gd name="T0" fmla="*/ 65 w 1653"/>
              <a:gd name="T1" fmla="*/ 456 h 2157"/>
              <a:gd name="T2" fmla="*/ 65 w 1653"/>
              <a:gd name="T3" fmla="*/ 1215 h 2157"/>
              <a:gd name="T4" fmla="*/ 433 w 1653"/>
              <a:gd name="T5" fmla="*/ 1887 h 2157"/>
              <a:gd name="T6" fmla="*/ 1084 w 1653"/>
              <a:gd name="T7" fmla="*/ 2104 h 2157"/>
              <a:gd name="T8" fmla="*/ 1626 w 1653"/>
              <a:gd name="T9" fmla="*/ 1475 h 2157"/>
              <a:gd name="T10" fmla="*/ 1409 w 1653"/>
              <a:gd name="T11" fmla="*/ 803 h 2157"/>
              <a:gd name="T12" fmla="*/ 780 w 1653"/>
              <a:gd name="T13" fmla="*/ 196 h 2157"/>
              <a:gd name="T14" fmla="*/ 65 w 1653"/>
              <a:gd name="T15" fmla="*/ 282 h 2157"/>
              <a:gd name="T16" fmla="*/ 0 w 1653"/>
              <a:gd name="T17" fmla="*/ 499 h 2157"/>
              <a:gd name="T18" fmla="*/ 151 w 1653"/>
              <a:gd name="T19" fmla="*/ 608 h 2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3" h="2157">
                <a:moveTo>
                  <a:pt x="65" y="456"/>
                </a:moveTo>
                <a:cubicBezTo>
                  <a:pt x="65" y="709"/>
                  <a:pt x="21" y="965"/>
                  <a:pt x="65" y="1215"/>
                </a:cubicBezTo>
                <a:cubicBezTo>
                  <a:pt x="109" y="1466"/>
                  <a:pt x="256" y="1696"/>
                  <a:pt x="433" y="1887"/>
                </a:cubicBezTo>
                <a:cubicBezTo>
                  <a:pt x="604" y="2071"/>
                  <a:pt x="861" y="2156"/>
                  <a:pt x="1084" y="2104"/>
                </a:cubicBezTo>
                <a:cubicBezTo>
                  <a:pt x="1350" y="2041"/>
                  <a:pt x="1594" y="1761"/>
                  <a:pt x="1626" y="1475"/>
                </a:cubicBezTo>
                <a:cubicBezTo>
                  <a:pt x="1652" y="1241"/>
                  <a:pt x="1578" y="1002"/>
                  <a:pt x="1409" y="803"/>
                </a:cubicBezTo>
                <a:cubicBezTo>
                  <a:pt x="1217" y="576"/>
                  <a:pt x="1001" y="383"/>
                  <a:pt x="780" y="196"/>
                </a:cubicBezTo>
                <a:cubicBezTo>
                  <a:pt x="550" y="0"/>
                  <a:pt x="280" y="197"/>
                  <a:pt x="65" y="282"/>
                </a:cubicBezTo>
                <a:lnTo>
                  <a:pt x="0" y="499"/>
                </a:lnTo>
                <a:lnTo>
                  <a:pt x="151" y="608"/>
                </a:lnTo>
              </a:path>
            </a:pathLst>
          </a:custGeom>
          <a:noFill/>
          <a:ln w="18000" cap="flat">
            <a:solidFill>
              <a:srgbClr val="C5000B"/>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47" name="Freeform 11">
            <a:extLst>
              <a:ext uri="{FF2B5EF4-FFF2-40B4-BE49-F238E27FC236}">
                <a16:creationId xmlns:a16="http://schemas.microsoft.com/office/drawing/2014/main" id="{DF69D787-223B-66BB-AD3D-D5795A89AC67}"/>
              </a:ext>
            </a:extLst>
          </p:cNvPr>
          <p:cNvSpPr>
            <a:spLocks noChangeArrowheads="1"/>
          </p:cNvSpPr>
          <p:nvPr/>
        </p:nvSpPr>
        <p:spPr bwMode="auto">
          <a:xfrm>
            <a:off x="-12700" y="3060700"/>
            <a:ext cx="1530350" cy="547688"/>
          </a:xfrm>
          <a:custGeom>
            <a:avLst/>
            <a:gdLst>
              <a:gd name="T0" fmla="*/ 230 w 4252"/>
              <a:gd name="T1" fmla="*/ 43 h 1521"/>
              <a:gd name="T2" fmla="*/ 924 w 4252"/>
              <a:gd name="T3" fmla="*/ 66 h 1521"/>
              <a:gd name="T4" fmla="*/ 1683 w 4252"/>
              <a:gd name="T5" fmla="*/ 65 h 1521"/>
              <a:gd name="T6" fmla="*/ 2399 w 4252"/>
              <a:gd name="T7" fmla="*/ 44 h 1521"/>
              <a:gd name="T8" fmla="*/ 3115 w 4252"/>
              <a:gd name="T9" fmla="*/ 44 h 1521"/>
              <a:gd name="T10" fmla="*/ 3809 w 4252"/>
              <a:gd name="T11" fmla="*/ 65 h 1521"/>
              <a:gd name="T12" fmla="*/ 4091 w 4252"/>
              <a:gd name="T13" fmla="*/ 694 h 1521"/>
              <a:gd name="T14" fmla="*/ 3830 w 4252"/>
              <a:gd name="T15" fmla="*/ 1323 h 1521"/>
              <a:gd name="T16" fmla="*/ 3115 w 4252"/>
              <a:gd name="T17" fmla="*/ 1454 h 1521"/>
              <a:gd name="T18" fmla="*/ 2464 w 4252"/>
              <a:gd name="T19" fmla="*/ 1475 h 1521"/>
              <a:gd name="T20" fmla="*/ 1748 w 4252"/>
              <a:gd name="T21" fmla="*/ 1475 h 1521"/>
              <a:gd name="T22" fmla="*/ 1076 w 4252"/>
              <a:gd name="T23" fmla="*/ 1475 h 1521"/>
              <a:gd name="T24" fmla="*/ 425 w 4252"/>
              <a:gd name="T25" fmla="*/ 1301 h 1521"/>
              <a:gd name="T26" fmla="*/ 34 w 4252"/>
              <a:gd name="T27" fmla="*/ 737 h 1521"/>
              <a:gd name="T28" fmla="*/ 143 w 4252"/>
              <a:gd name="T29" fmla="*/ 66 h 1521"/>
              <a:gd name="T30" fmla="*/ 165 w 4252"/>
              <a:gd name="T31" fmla="*/ 0 h 1521"/>
              <a:gd name="T32" fmla="*/ 230 w 4252"/>
              <a:gd name="T33" fmla="*/ 43 h 1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2" h="1521">
                <a:moveTo>
                  <a:pt x="230" y="43"/>
                </a:moveTo>
                <a:cubicBezTo>
                  <a:pt x="459" y="83"/>
                  <a:pt x="692" y="63"/>
                  <a:pt x="924" y="66"/>
                </a:cubicBezTo>
                <a:cubicBezTo>
                  <a:pt x="1175" y="68"/>
                  <a:pt x="1431" y="68"/>
                  <a:pt x="1683" y="65"/>
                </a:cubicBezTo>
                <a:cubicBezTo>
                  <a:pt x="1921" y="62"/>
                  <a:pt x="2159" y="63"/>
                  <a:pt x="2399" y="44"/>
                </a:cubicBezTo>
                <a:cubicBezTo>
                  <a:pt x="2636" y="24"/>
                  <a:pt x="2877" y="58"/>
                  <a:pt x="3115" y="44"/>
                </a:cubicBezTo>
                <a:cubicBezTo>
                  <a:pt x="3345" y="29"/>
                  <a:pt x="3576" y="27"/>
                  <a:pt x="3809" y="65"/>
                </a:cubicBezTo>
                <a:cubicBezTo>
                  <a:pt x="4192" y="128"/>
                  <a:pt x="4080" y="459"/>
                  <a:pt x="4091" y="694"/>
                </a:cubicBezTo>
                <a:cubicBezTo>
                  <a:pt x="4101" y="925"/>
                  <a:pt x="4251" y="1258"/>
                  <a:pt x="3830" y="1323"/>
                </a:cubicBezTo>
                <a:cubicBezTo>
                  <a:pt x="3590" y="1361"/>
                  <a:pt x="3353" y="1409"/>
                  <a:pt x="3115" y="1454"/>
                </a:cubicBezTo>
                <a:cubicBezTo>
                  <a:pt x="2897" y="1494"/>
                  <a:pt x="2680" y="1486"/>
                  <a:pt x="2464" y="1475"/>
                </a:cubicBezTo>
                <a:cubicBezTo>
                  <a:pt x="2226" y="1462"/>
                  <a:pt x="1985" y="1459"/>
                  <a:pt x="1748" y="1475"/>
                </a:cubicBezTo>
                <a:cubicBezTo>
                  <a:pt x="1524" y="1490"/>
                  <a:pt x="1295" y="1520"/>
                  <a:pt x="1076" y="1475"/>
                </a:cubicBezTo>
                <a:cubicBezTo>
                  <a:pt x="855" y="1431"/>
                  <a:pt x="650" y="1346"/>
                  <a:pt x="425" y="1301"/>
                </a:cubicBezTo>
                <a:cubicBezTo>
                  <a:pt x="123" y="1241"/>
                  <a:pt x="53" y="970"/>
                  <a:pt x="34" y="737"/>
                </a:cubicBezTo>
                <a:cubicBezTo>
                  <a:pt x="17" y="509"/>
                  <a:pt x="0" y="258"/>
                  <a:pt x="143" y="66"/>
                </a:cubicBezTo>
                <a:lnTo>
                  <a:pt x="165" y="0"/>
                </a:lnTo>
                <a:lnTo>
                  <a:pt x="230" y="43"/>
                </a:lnTo>
              </a:path>
            </a:pathLst>
          </a:custGeom>
          <a:noFill/>
          <a:ln w="18000" cap="flat">
            <a:solidFill>
              <a:srgbClr val="C5000B"/>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348" name="Text Box 12">
            <a:extLst>
              <a:ext uri="{FF2B5EF4-FFF2-40B4-BE49-F238E27FC236}">
                <a16:creationId xmlns:a16="http://schemas.microsoft.com/office/drawing/2014/main" id="{185EF079-DE47-8465-FF76-840657F2F614}"/>
              </a:ext>
            </a:extLst>
          </p:cNvPr>
          <p:cNvSpPr txBox="1">
            <a:spLocks noChangeArrowheads="1"/>
          </p:cNvSpPr>
          <p:nvPr/>
        </p:nvSpPr>
        <p:spPr bwMode="auto">
          <a:xfrm>
            <a:off x="4859338" y="2879725"/>
            <a:ext cx="5219700" cy="2635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lvl1pPr>
              <a:tabLst>
                <a:tab pos="449263" algn="l"/>
                <a:tab pos="898525" algn="l"/>
                <a:tab pos="1347788" algn="l"/>
                <a:tab pos="1797050" algn="l"/>
                <a:tab pos="2246313" algn="l"/>
                <a:tab pos="2695575" algn="l"/>
                <a:tab pos="3144838" algn="l"/>
                <a:tab pos="3594100" algn="l"/>
                <a:tab pos="4043363" algn="l"/>
                <a:tab pos="4492625" algn="l"/>
                <a:tab pos="4941888"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Lst>
              <a:defRPr sz="2200">
                <a:solidFill>
                  <a:srgbClr val="000000"/>
                </a:solidFill>
                <a:latin typeface="Noto Sans" panose="020B0502040504020204" pitchFamily="34" charset="0"/>
                <a:cs typeface="Noto Sans CJK JP:palt;Noto Sans" pitchFamily="32" charset="0"/>
              </a:defRPr>
            </a:lvl9pPr>
          </a:lstStyle>
          <a:p>
            <a:r>
              <a:rPr lang="it-IT" altLang="en-US"/>
              <a:t>Fa=		     =			=				</a:t>
            </a:r>
          </a:p>
          <a:p>
            <a:endParaRPr lang="it-IT" altLang="en-US"/>
          </a:p>
          <a:p>
            <a:endParaRPr lang="it-IT" altLang="en-US"/>
          </a:p>
          <a:p>
            <a:r>
              <a:rPr lang="it-IT" altLang="en-US"/>
              <a:t>Fa = 316 N    </a:t>
            </a:r>
            <a:br>
              <a:rPr lang="it-IT" altLang="en-US"/>
            </a:br>
            <a:r>
              <a:rPr lang="it-IT" altLang="en-US" sz="1600"/>
              <a:t>(partendo da 0,33N del motore non è male)</a:t>
            </a:r>
          </a:p>
          <a:p>
            <a:endParaRPr lang="it-IT" altLang="en-US"/>
          </a:p>
          <a:p>
            <a:endParaRPr lang="it-IT" altLang="en-US"/>
          </a:p>
        </p:txBody>
      </p:sp>
      <p:graphicFrame>
        <p:nvGraphicFramePr>
          <p:cNvPr id="14349" name="Object 13">
            <a:extLst>
              <a:ext uri="{FF2B5EF4-FFF2-40B4-BE49-F238E27FC236}">
                <a16:creationId xmlns:a16="http://schemas.microsoft.com/office/drawing/2014/main" id="{0A51483E-112C-20B5-E71D-3DE10DB963A7}"/>
              </a:ext>
            </a:extLst>
          </p:cNvPr>
          <p:cNvGraphicFramePr>
            <a:graphicFrameLocks noChangeAspect="1"/>
          </p:cNvGraphicFramePr>
          <p:nvPr/>
        </p:nvGraphicFramePr>
        <p:xfrm>
          <a:off x="6840538" y="3016250"/>
          <a:ext cx="1152525" cy="360363"/>
        </p:xfrm>
        <a:graphic>
          <a:graphicData uri="http://schemas.openxmlformats.org/presentationml/2006/ole">
            <mc:AlternateContent xmlns:mc="http://schemas.openxmlformats.org/markup-compatibility/2006">
              <mc:Choice xmlns:v="urn:schemas-microsoft-com:vml" Requires="v">
                <p:oleObj r:id="rId5" imgW="1152360" imgH="361440" progId="">
                  <p:embed/>
                </p:oleObj>
              </mc:Choice>
              <mc:Fallback>
                <p:oleObj r:id="rId5" imgW="1152360" imgH="361440" progId="">
                  <p:embed/>
                  <p:pic>
                    <p:nvPicPr>
                      <p:cNvPr id="14349" name="Object 13">
                        <a:extLst>
                          <a:ext uri="{FF2B5EF4-FFF2-40B4-BE49-F238E27FC236}">
                            <a16:creationId xmlns:a16="http://schemas.microsoft.com/office/drawing/2014/main" id="{0A51483E-112C-20B5-E71D-3DE10DB963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0538" y="3016250"/>
                        <a:ext cx="1152525" cy="360363"/>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0" name="Freeform 14">
            <a:extLst>
              <a:ext uri="{FF2B5EF4-FFF2-40B4-BE49-F238E27FC236}">
                <a16:creationId xmlns:a16="http://schemas.microsoft.com/office/drawing/2014/main" id="{36C27D5F-D929-F60B-B3F1-A5E79193EF80}"/>
              </a:ext>
            </a:extLst>
          </p:cNvPr>
          <p:cNvSpPr>
            <a:spLocks noChangeArrowheads="1"/>
          </p:cNvSpPr>
          <p:nvPr/>
        </p:nvSpPr>
        <p:spPr bwMode="auto">
          <a:xfrm>
            <a:off x="5862638" y="2300288"/>
            <a:ext cx="1866900" cy="674687"/>
          </a:xfrm>
          <a:custGeom>
            <a:avLst/>
            <a:gdLst>
              <a:gd name="T0" fmla="*/ 5183 w 5184"/>
              <a:gd name="T1" fmla="*/ 552 h 1876"/>
              <a:gd name="T2" fmla="*/ 4468 w 5184"/>
              <a:gd name="T3" fmla="*/ 335 h 1876"/>
              <a:gd name="T4" fmla="*/ 3795 w 5184"/>
              <a:gd name="T5" fmla="*/ 118 h 1876"/>
              <a:gd name="T6" fmla="*/ 3123 w 5184"/>
              <a:gd name="T7" fmla="*/ 53 h 1876"/>
              <a:gd name="T8" fmla="*/ 2472 w 5184"/>
              <a:gd name="T9" fmla="*/ 97 h 1876"/>
              <a:gd name="T10" fmla="*/ 1800 w 5184"/>
              <a:gd name="T11" fmla="*/ 313 h 1876"/>
              <a:gd name="T12" fmla="*/ 1171 w 5184"/>
              <a:gd name="T13" fmla="*/ 790 h 1876"/>
              <a:gd name="T14" fmla="*/ 716 w 5184"/>
              <a:gd name="T15" fmla="*/ 1376 h 1876"/>
              <a:gd name="T16" fmla="*/ 65 w 5184"/>
              <a:gd name="T17" fmla="*/ 1831 h 1876"/>
              <a:gd name="T18" fmla="*/ 0 w 5184"/>
              <a:gd name="T19" fmla="*/ 1875 h 1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84" h="1876">
                <a:moveTo>
                  <a:pt x="5183" y="552"/>
                </a:moveTo>
                <a:cubicBezTo>
                  <a:pt x="4939" y="503"/>
                  <a:pt x="4670" y="493"/>
                  <a:pt x="4468" y="335"/>
                </a:cubicBezTo>
                <a:cubicBezTo>
                  <a:pt x="4259" y="172"/>
                  <a:pt x="4030" y="262"/>
                  <a:pt x="3795" y="118"/>
                </a:cubicBezTo>
                <a:cubicBezTo>
                  <a:pt x="3603" y="0"/>
                  <a:pt x="3346" y="23"/>
                  <a:pt x="3123" y="53"/>
                </a:cubicBezTo>
                <a:cubicBezTo>
                  <a:pt x="2905" y="83"/>
                  <a:pt x="2692" y="104"/>
                  <a:pt x="2472" y="97"/>
                </a:cubicBezTo>
                <a:cubicBezTo>
                  <a:pt x="2214" y="89"/>
                  <a:pt x="1959" y="145"/>
                  <a:pt x="1800" y="313"/>
                </a:cubicBezTo>
                <a:cubicBezTo>
                  <a:pt x="1614" y="507"/>
                  <a:pt x="1433" y="735"/>
                  <a:pt x="1171" y="790"/>
                </a:cubicBezTo>
                <a:cubicBezTo>
                  <a:pt x="846" y="860"/>
                  <a:pt x="928" y="1199"/>
                  <a:pt x="716" y="1376"/>
                </a:cubicBezTo>
                <a:cubicBezTo>
                  <a:pt x="509" y="1549"/>
                  <a:pt x="267" y="1657"/>
                  <a:pt x="65" y="1831"/>
                </a:cubicBezTo>
                <a:lnTo>
                  <a:pt x="0" y="1875"/>
                </a:lnTo>
              </a:path>
            </a:pathLst>
          </a:custGeom>
          <a:noFill/>
          <a:ln w="1800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51" name="Freeform 15">
            <a:extLst>
              <a:ext uri="{FF2B5EF4-FFF2-40B4-BE49-F238E27FC236}">
                <a16:creationId xmlns:a16="http://schemas.microsoft.com/office/drawing/2014/main" id="{5D3A3AA9-D089-53B8-B1C7-411CBF1CFA8A}"/>
              </a:ext>
            </a:extLst>
          </p:cNvPr>
          <p:cNvSpPr>
            <a:spLocks noChangeArrowheads="1"/>
          </p:cNvSpPr>
          <p:nvPr/>
        </p:nvSpPr>
        <p:spPr bwMode="auto">
          <a:xfrm>
            <a:off x="5862638" y="2747963"/>
            <a:ext cx="15875" cy="227012"/>
          </a:xfrm>
          <a:custGeom>
            <a:avLst/>
            <a:gdLst>
              <a:gd name="T0" fmla="*/ 43 w 44"/>
              <a:gd name="T1" fmla="*/ 629 h 630"/>
              <a:gd name="T2" fmla="*/ 0 w 44"/>
              <a:gd name="T3" fmla="*/ 412 h 630"/>
              <a:gd name="T4" fmla="*/ 22 w 44"/>
              <a:gd name="T5" fmla="*/ 195 h 630"/>
              <a:gd name="T6" fmla="*/ 22 w 44"/>
              <a:gd name="T7" fmla="*/ 0 h 630"/>
            </a:gdLst>
            <a:ahLst/>
            <a:cxnLst>
              <a:cxn ang="0">
                <a:pos x="T0" y="T1"/>
              </a:cxn>
              <a:cxn ang="0">
                <a:pos x="T2" y="T3"/>
              </a:cxn>
              <a:cxn ang="0">
                <a:pos x="T4" y="T5"/>
              </a:cxn>
              <a:cxn ang="0">
                <a:pos x="T6" y="T7"/>
              </a:cxn>
            </a:cxnLst>
            <a:rect l="0" t="0" r="r" b="b"/>
            <a:pathLst>
              <a:path w="44" h="630">
                <a:moveTo>
                  <a:pt x="43" y="629"/>
                </a:moveTo>
                <a:lnTo>
                  <a:pt x="0" y="412"/>
                </a:lnTo>
                <a:lnTo>
                  <a:pt x="22" y="195"/>
                </a:lnTo>
                <a:lnTo>
                  <a:pt x="22" y="0"/>
                </a:lnTo>
              </a:path>
            </a:pathLst>
          </a:custGeom>
          <a:noFill/>
          <a:ln w="1800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52" name="Freeform 16">
            <a:extLst>
              <a:ext uri="{FF2B5EF4-FFF2-40B4-BE49-F238E27FC236}">
                <a16:creationId xmlns:a16="http://schemas.microsoft.com/office/drawing/2014/main" id="{9BD43B49-ED10-04DC-3AB2-9A36C6B1C62F}"/>
              </a:ext>
            </a:extLst>
          </p:cNvPr>
          <p:cNvSpPr>
            <a:spLocks noChangeArrowheads="1"/>
          </p:cNvSpPr>
          <p:nvPr/>
        </p:nvSpPr>
        <p:spPr bwMode="auto">
          <a:xfrm>
            <a:off x="5878513" y="2967038"/>
            <a:ext cx="296862" cy="28575"/>
          </a:xfrm>
          <a:custGeom>
            <a:avLst/>
            <a:gdLst>
              <a:gd name="T0" fmla="*/ 0 w 826"/>
              <a:gd name="T1" fmla="*/ 0 h 81"/>
              <a:gd name="T2" fmla="*/ 651 w 826"/>
              <a:gd name="T3" fmla="*/ 44 h 81"/>
              <a:gd name="T4" fmla="*/ 825 w 826"/>
              <a:gd name="T5" fmla="*/ 65 h 81"/>
            </a:gdLst>
            <a:ahLst/>
            <a:cxnLst>
              <a:cxn ang="0">
                <a:pos x="T0" y="T1"/>
              </a:cxn>
              <a:cxn ang="0">
                <a:pos x="T2" y="T3"/>
              </a:cxn>
              <a:cxn ang="0">
                <a:pos x="T4" y="T5"/>
              </a:cxn>
            </a:cxnLst>
            <a:rect l="0" t="0" r="r" b="b"/>
            <a:pathLst>
              <a:path w="826" h="81">
                <a:moveTo>
                  <a:pt x="0" y="0"/>
                </a:moveTo>
                <a:cubicBezTo>
                  <a:pt x="210" y="80"/>
                  <a:pt x="433" y="29"/>
                  <a:pt x="651" y="44"/>
                </a:cubicBezTo>
                <a:lnTo>
                  <a:pt x="825" y="65"/>
                </a:lnTo>
              </a:path>
            </a:pathLst>
          </a:custGeom>
          <a:noFill/>
          <a:ln w="1800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53" name="Text Box 17">
            <a:extLst>
              <a:ext uri="{FF2B5EF4-FFF2-40B4-BE49-F238E27FC236}">
                <a16:creationId xmlns:a16="http://schemas.microsoft.com/office/drawing/2014/main" id="{E670C54D-BAEC-E11C-0D98-C537BD50EDF9}"/>
              </a:ext>
            </a:extLst>
          </p:cNvPr>
          <p:cNvSpPr txBox="1">
            <a:spLocks noChangeArrowheads="1"/>
          </p:cNvSpPr>
          <p:nvPr/>
        </p:nvSpPr>
        <p:spPr bwMode="auto">
          <a:xfrm>
            <a:off x="3419475" y="2600325"/>
            <a:ext cx="720725"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lstStyle>
            <a:lvl1pPr>
              <a:tabLst>
                <a:tab pos="449263" algn="l"/>
              </a:tabLst>
              <a:defRPr sz="2200">
                <a:solidFill>
                  <a:srgbClr val="000000"/>
                </a:solidFill>
                <a:latin typeface="Noto Sans" panose="020B0502040504020204" pitchFamily="34" charset="0"/>
                <a:cs typeface="Noto Sans CJK JP:palt;Noto Sans" pitchFamily="32" charset="0"/>
              </a:defRPr>
            </a:lvl1pPr>
            <a:lvl2pPr>
              <a:tabLst>
                <a:tab pos="449263" algn="l"/>
              </a:tabLst>
              <a:defRPr sz="2200">
                <a:solidFill>
                  <a:srgbClr val="000000"/>
                </a:solidFill>
                <a:latin typeface="Noto Sans" panose="020B0502040504020204" pitchFamily="34" charset="0"/>
                <a:cs typeface="Noto Sans CJK JP:palt;Noto Sans" pitchFamily="32" charset="0"/>
              </a:defRPr>
            </a:lvl2pPr>
            <a:lvl3pPr>
              <a:tabLst>
                <a:tab pos="449263" algn="l"/>
              </a:tabLst>
              <a:defRPr sz="2200">
                <a:solidFill>
                  <a:srgbClr val="000000"/>
                </a:solidFill>
                <a:latin typeface="Noto Sans" panose="020B0502040504020204" pitchFamily="34" charset="0"/>
                <a:cs typeface="Noto Sans CJK JP:palt;Noto Sans" pitchFamily="32" charset="0"/>
              </a:defRPr>
            </a:lvl3pPr>
            <a:lvl4pPr>
              <a:tabLst>
                <a:tab pos="449263" algn="l"/>
              </a:tabLst>
              <a:defRPr sz="2200">
                <a:solidFill>
                  <a:srgbClr val="000000"/>
                </a:solidFill>
                <a:latin typeface="Noto Sans" panose="020B0502040504020204" pitchFamily="34" charset="0"/>
                <a:cs typeface="Noto Sans CJK JP:palt;Noto Sans" pitchFamily="32" charset="0"/>
              </a:defRPr>
            </a:lvl4pPr>
            <a:lvl5pPr>
              <a:tabLst>
                <a:tab pos="449263"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Lst>
              <a:defRPr sz="2200">
                <a:solidFill>
                  <a:srgbClr val="000000"/>
                </a:solidFill>
                <a:latin typeface="Noto Sans" panose="020B0502040504020204" pitchFamily="34" charset="0"/>
                <a:cs typeface="Noto Sans CJK JP:palt;Noto Sans" pitchFamily="32" charset="0"/>
              </a:defRPr>
            </a:lvl9pPr>
          </a:lstStyle>
          <a:p>
            <a:r>
              <a:rPr lang="it-IT" altLang="en-US" sz="1400"/>
              <a:t>[in mm]</a:t>
            </a:r>
          </a:p>
        </p:txBody>
      </p:sp>
      <p:graphicFrame>
        <p:nvGraphicFramePr>
          <p:cNvPr id="14354" name="Object 18">
            <a:extLst>
              <a:ext uri="{FF2B5EF4-FFF2-40B4-BE49-F238E27FC236}">
                <a16:creationId xmlns:a16="http://schemas.microsoft.com/office/drawing/2014/main" id="{121A0E08-F509-4E53-F8DA-339A3C173E7C}"/>
              </a:ext>
            </a:extLst>
          </p:cNvPr>
          <p:cNvGraphicFramePr>
            <a:graphicFrameLocks noChangeAspect="1"/>
          </p:cNvGraphicFramePr>
          <p:nvPr/>
        </p:nvGraphicFramePr>
        <p:xfrm>
          <a:off x="8280400" y="3016250"/>
          <a:ext cx="1530350" cy="360363"/>
        </p:xfrm>
        <a:graphic>
          <a:graphicData uri="http://schemas.openxmlformats.org/presentationml/2006/ole">
            <mc:AlternateContent xmlns:mc="http://schemas.openxmlformats.org/markup-compatibility/2006">
              <mc:Choice xmlns:v="urn:schemas-microsoft-com:vml" Requires="v">
                <p:oleObj r:id="rId7" imgW="1531080" imgH="361440" progId="">
                  <p:embed/>
                </p:oleObj>
              </mc:Choice>
              <mc:Fallback>
                <p:oleObj r:id="rId7" imgW="1531080" imgH="361440" progId="">
                  <p:embed/>
                  <p:pic>
                    <p:nvPicPr>
                      <p:cNvPr id="14354" name="Object 18">
                        <a:extLst>
                          <a:ext uri="{FF2B5EF4-FFF2-40B4-BE49-F238E27FC236}">
                            <a16:creationId xmlns:a16="http://schemas.microsoft.com/office/drawing/2014/main" id="{121A0E08-F509-4E53-F8DA-339A3C173E7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80400" y="3016250"/>
                        <a:ext cx="1530350" cy="360363"/>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5" name="Line 19">
            <a:extLst>
              <a:ext uri="{FF2B5EF4-FFF2-40B4-BE49-F238E27FC236}">
                <a16:creationId xmlns:a16="http://schemas.microsoft.com/office/drawing/2014/main" id="{7A68B83A-9A5D-5F80-6DB3-D6E3920693A2}"/>
              </a:ext>
            </a:extLst>
          </p:cNvPr>
          <p:cNvSpPr>
            <a:spLocks noChangeShapeType="1"/>
          </p:cNvSpPr>
          <p:nvPr/>
        </p:nvSpPr>
        <p:spPr bwMode="auto">
          <a:xfrm>
            <a:off x="5219700" y="3240088"/>
            <a:ext cx="1588" cy="720725"/>
          </a:xfrm>
          <a:prstGeom prst="line">
            <a:avLst/>
          </a:prstGeom>
          <a:noFill/>
          <a:ln w="38160" cap="flat">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56" name="Text Box 20">
            <a:extLst>
              <a:ext uri="{FF2B5EF4-FFF2-40B4-BE49-F238E27FC236}">
                <a16:creationId xmlns:a16="http://schemas.microsoft.com/office/drawing/2014/main" id="{D178840E-E235-E7F0-27E1-8377D83E81CB}"/>
              </a:ext>
            </a:extLst>
          </p:cNvPr>
          <p:cNvSpPr txBox="1">
            <a:spLocks noChangeArrowheads="1"/>
          </p:cNvSpPr>
          <p:nvPr/>
        </p:nvSpPr>
        <p:spPr bwMode="auto">
          <a:xfrm>
            <a:off x="0" y="4835525"/>
            <a:ext cx="10080625" cy="835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9pPr>
          </a:lstStyle>
          <a:p>
            <a:r>
              <a:rPr lang="it-IT" altLang="en-US" sz="2000"/>
              <a:t>Tradotto in chilogrammi : Fa[kg] = Fa[N] / g[m/s</a:t>
            </a:r>
            <a:r>
              <a:rPr lang="it-IT" altLang="en-US" sz="2000" baseline="33000"/>
              <a:t>2</a:t>
            </a:r>
            <a:r>
              <a:rPr lang="it-IT" altLang="en-US" sz="2000"/>
              <a:t>] = 316 / 9,80665 = 32,22kg</a:t>
            </a:r>
          </a:p>
          <a:p>
            <a:r>
              <a:rPr lang="it-IT" altLang="en-US" sz="2000"/>
              <a:t>Di forza applicati ad un carico dinamico (in statico con M=0,471Nm fa 46kg)</a:t>
            </a:r>
          </a:p>
        </p:txBody>
      </p:sp>
      <p:sp>
        <p:nvSpPr>
          <p:cNvPr id="14357" name="Text Box 21">
            <a:extLst>
              <a:ext uri="{FF2B5EF4-FFF2-40B4-BE49-F238E27FC236}">
                <a16:creationId xmlns:a16="http://schemas.microsoft.com/office/drawing/2014/main" id="{16DD84B7-8E48-F0E6-55ED-1CA4F1AC8161}"/>
              </a:ext>
            </a:extLst>
          </p:cNvPr>
          <p:cNvSpPr txBox="1">
            <a:spLocks noChangeArrowheads="1"/>
          </p:cNvSpPr>
          <p:nvPr/>
        </p:nvSpPr>
        <p:spPr bwMode="auto">
          <a:xfrm>
            <a:off x="0" y="3859213"/>
            <a:ext cx="4679950" cy="763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lstStyle>
            <a:lvl1pPr>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200">
                <a:solidFill>
                  <a:srgbClr val="000000"/>
                </a:solidFill>
                <a:latin typeface="Noto Sans" panose="020B0502040504020204" pitchFamily="34" charset="0"/>
                <a:cs typeface="Noto Sans CJK JP:palt;Noto Sans" pitchFamily="32" charset="0"/>
              </a:defRPr>
            </a:lvl9pPr>
          </a:lstStyle>
          <a:p>
            <a:r>
              <a:rPr lang="it-IT" altLang="en-US"/>
              <a:t>g=Accelerazione di gravità</a:t>
            </a:r>
          </a:p>
        </p:txBody>
      </p:sp>
      <p:sp>
        <p:nvSpPr>
          <p:cNvPr id="14358" name="Line 22">
            <a:extLst>
              <a:ext uri="{FF2B5EF4-FFF2-40B4-BE49-F238E27FC236}">
                <a16:creationId xmlns:a16="http://schemas.microsoft.com/office/drawing/2014/main" id="{877B86A7-DA07-56E4-C293-AB4F3D62AA0F}"/>
              </a:ext>
            </a:extLst>
          </p:cNvPr>
          <p:cNvSpPr>
            <a:spLocks noChangeShapeType="1"/>
          </p:cNvSpPr>
          <p:nvPr/>
        </p:nvSpPr>
        <p:spPr bwMode="auto">
          <a:xfrm flipH="1">
            <a:off x="2700338" y="4500563"/>
            <a:ext cx="2160587" cy="360362"/>
          </a:xfrm>
          <a:prstGeom prst="line">
            <a:avLst/>
          </a:prstGeom>
          <a:noFill/>
          <a:ln w="38160" cap="flat">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a:extLst>
              <a:ext uri="{FF2B5EF4-FFF2-40B4-BE49-F238E27FC236}">
                <a16:creationId xmlns:a16="http://schemas.microsoft.com/office/drawing/2014/main" id="{126B1792-A917-CDF6-A7BF-40854DD013C1}"/>
              </a:ext>
            </a:extLst>
          </p:cNvPr>
          <p:cNvSpPr>
            <a:spLocks noGrp="1" noChangeArrowheads="1"/>
          </p:cNvSpPr>
          <p:nvPr>
            <p:ph type="title"/>
          </p:nvPr>
        </p:nvSpPr>
        <p:spPr>
          <a:xfrm>
            <a:off x="503238" y="90488"/>
            <a:ext cx="9072562" cy="966787"/>
          </a:xfrm>
          <a:ln/>
        </p:spPr>
        <p:txBody>
          <a:bodyPr anchor="t"/>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sz="2800"/>
              <a:t>RESISTENZA A COMPRESSIONE DELLA VITE TRAPEZIA IN RELAZIONE AL TIPO DI VINCOLO UTILIZZATO</a:t>
            </a:r>
          </a:p>
        </p:txBody>
      </p:sp>
      <p:pic>
        <p:nvPicPr>
          <p:cNvPr id="15362" name="Picture 2">
            <a:extLst>
              <a:ext uri="{FF2B5EF4-FFF2-40B4-BE49-F238E27FC236}">
                <a16:creationId xmlns:a16="http://schemas.microsoft.com/office/drawing/2014/main" id="{8BF0A109-731C-6B6C-6393-7B64FAEDB4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3" y="1169988"/>
            <a:ext cx="8088312" cy="44989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5363" name="Picture 3">
            <a:extLst>
              <a:ext uri="{FF2B5EF4-FFF2-40B4-BE49-F238E27FC236}">
                <a16:creationId xmlns:a16="http://schemas.microsoft.com/office/drawing/2014/main" id="{FC8E00EF-530C-23F3-6C66-F71D020EEE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8184" b="464"/>
          <a:stretch>
            <a:fillRect/>
          </a:stretch>
        </p:blipFill>
        <p:spPr bwMode="auto">
          <a:xfrm>
            <a:off x="144463" y="2970213"/>
            <a:ext cx="2052637" cy="79375"/>
          </a:xfrm>
          <a:prstGeom prst="rect">
            <a:avLst/>
          </a:prstGeom>
          <a:noFill/>
          <a:ln>
            <a:noFill/>
          </a:ln>
          <a:effectLst/>
          <a:extLst>
            <a:ext uri="{909E8E84-426E-40DD-AFC4-6F175D3DCCD1}">
              <a14:hiddenFill xmlns:a14="http://schemas.microsoft.com/office/drawing/2010/main">
                <a:blipFill dpi="0" rotWithShape="0">
                  <a:blip/>
                  <a:srcRect r="18184" b="464"/>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364" name="Text Box 4">
            <a:extLst>
              <a:ext uri="{FF2B5EF4-FFF2-40B4-BE49-F238E27FC236}">
                <a16:creationId xmlns:a16="http://schemas.microsoft.com/office/drawing/2014/main" id="{0BC8621F-6AE0-5620-4CE6-74FDF818F329}"/>
              </a:ext>
            </a:extLst>
          </p:cNvPr>
          <p:cNvSpPr txBox="1">
            <a:spLocks noChangeArrowheads="1"/>
          </p:cNvSpPr>
          <p:nvPr/>
        </p:nvSpPr>
        <p:spPr bwMode="auto">
          <a:xfrm>
            <a:off x="2160588" y="2808288"/>
            <a:ext cx="1619250"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lstStyle>
            <a:lvl1pPr>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sz="2200">
                <a:solidFill>
                  <a:srgbClr val="000000"/>
                </a:solidFill>
                <a:latin typeface="Noto Sans" panose="020B0502040504020204" pitchFamily="34" charset="0"/>
                <a:cs typeface="Noto Sans CJK JP:palt;Noto Sans" pitchFamily="32" charset="0"/>
              </a:defRPr>
            </a:lvl9pPr>
          </a:lstStyle>
          <a:p>
            <a:r>
              <a:rPr lang="it-IT" altLang="en-US" sz="900"/>
              <a:t>[in mm]</a:t>
            </a:r>
          </a:p>
        </p:txBody>
      </p:sp>
      <p:sp>
        <p:nvSpPr>
          <p:cNvPr id="15365" name="Text Box 5">
            <a:extLst>
              <a:ext uri="{FF2B5EF4-FFF2-40B4-BE49-F238E27FC236}">
                <a16:creationId xmlns:a16="http://schemas.microsoft.com/office/drawing/2014/main" id="{58FCE3E6-FEC4-C926-90DC-554BA3E27E18}"/>
              </a:ext>
            </a:extLst>
          </p:cNvPr>
          <p:cNvSpPr txBox="1">
            <a:spLocks noChangeArrowheads="1"/>
          </p:cNvSpPr>
          <p:nvPr/>
        </p:nvSpPr>
        <p:spPr bwMode="auto">
          <a:xfrm>
            <a:off x="6119813" y="1260475"/>
            <a:ext cx="3959225" cy="2160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lstStyle>
            <a:lvl1pPr>
              <a:tabLst>
                <a:tab pos="449263" algn="l"/>
                <a:tab pos="898525" algn="l"/>
                <a:tab pos="1347788" algn="l"/>
                <a:tab pos="1797050" algn="l"/>
                <a:tab pos="2246313" algn="l"/>
                <a:tab pos="2695575" algn="l"/>
                <a:tab pos="3144838" algn="l"/>
                <a:tab pos="3594100"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 pos="2695575" algn="l"/>
                <a:tab pos="3144838" algn="l"/>
                <a:tab pos="3594100"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 pos="2695575" algn="l"/>
                <a:tab pos="3144838" algn="l"/>
                <a:tab pos="3594100"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 pos="2695575" algn="l"/>
                <a:tab pos="3144838" algn="l"/>
                <a:tab pos="3594100"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 pos="2695575" algn="l"/>
                <a:tab pos="3144838" algn="l"/>
                <a:tab pos="3594100"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Lst>
              <a:defRPr sz="2200">
                <a:solidFill>
                  <a:srgbClr val="000000"/>
                </a:solidFill>
                <a:latin typeface="Noto Sans" panose="020B0502040504020204" pitchFamily="34" charset="0"/>
                <a:cs typeface="Noto Sans CJK JP:palt;Noto Sans" pitchFamily="32" charset="0"/>
              </a:defRPr>
            </a:lvl9pPr>
          </a:lstStyle>
          <a:p>
            <a:pPr>
              <a:spcBef>
                <a:spcPts val="1200"/>
              </a:spcBef>
              <a:spcAft>
                <a:spcPts val="1000"/>
              </a:spcAft>
            </a:pPr>
            <a:r>
              <a:rPr lang="it-IT" altLang="en-US" sz="1100"/>
              <a:t>Carico Assiale Critico (Carico di Punta) Quando si è in presenza di viti caricate a compressione bisogna tener conto delle limitazioni dovute al “Carico di Punta”, per evitare che si verifichino flessioni della vite dovute all’eccessivo carico assiale di compressione. Il carico assiale dipende dal diametro di nocciolo della vite, dai vincoli alle estremità (cuscinetti) e dalla lunghezza libera. </a:t>
            </a:r>
          </a:p>
        </p:txBody>
      </p:sp>
      <p:sp>
        <p:nvSpPr>
          <p:cNvPr id="15366" name="Rectangle 6">
            <a:extLst>
              <a:ext uri="{FF2B5EF4-FFF2-40B4-BE49-F238E27FC236}">
                <a16:creationId xmlns:a16="http://schemas.microsoft.com/office/drawing/2014/main" id="{2ED29F97-27DC-F6E6-56D3-BCA21DE5B8F7}"/>
              </a:ext>
            </a:extLst>
          </p:cNvPr>
          <p:cNvSpPr>
            <a:spLocks noChangeArrowheads="1"/>
          </p:cNvSpPr>
          <p:nvPr/>
        </p:nvSpPr>
        <p:spPr bwMode="auto">
          <a:xfrm>
            <a:off x="6119813" y="1439863"/>
            <a:ext cx="3959225" cy="1800225"/>
          </a:xfrm>
          <a:prstGeom prst="rect">
            <a:avLst/>
          </a:prstGeom>
          <a:noFill/>
          <a:ln w="18000" cap="flat">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a:extLst>
              <a:ext uri="{FF2B5EF4-FFF2-40B4-BE49-F238E27FC236}">
                <a16:creationId xmlns:a16="http://schemas.microsoft.com/office/drawing/2014/main" id="{6E6079D4-514C-2F48-1288-269CE8E299AA}"/>
              </a:ext>
            </a:extLst>
          </p:cNvPr>
          <p:cNvSpPr>
            <a:spLocks noGrp="1" noChangeArrowheads="1"/>
          </p:cNvSpPr>
          <p:nvPr>
            <p:ph type="title"/>
          </p:nvPr>
        </p:nvSpPr>
        <p:spPr>
          <a:xfrm>
            <a:off x="468313" y="90488"/>
            <a:ext cx="9072562" cy="990600"/>
          </a:xfrm>
          <a:ln/>
        </p:spPr>
        <p:txBody>
          <a:bodyPr/>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a:t>Caso A Vincoli Assiali + Radiali</a:t>
            </a:r>
          </a:p>
        </p:txBody>
      </p:sp>
      <p:sp>
        <p:nvSpPr>
          <p:cNvPr id="16386" name="Text Box 2">
            <a:extLst>
              <a:ext uri="{FF2B5EF4-FFF2-40B4-BE49-F238E27FC236}">
                <a16:creationId xmlns:a16="http://schemas.microsoft.com/office/drawing/2014/main" id="{A4C06BD1-44FE-94BE-3A59-AE99C009F45D}"/>
              </a:ext>
            </a:extLst>
          </p:cNvPr>
          <p:cNvSpPr txBox="1">
            <a:spLocks noChangeArrowheads="1"/>
          </p:cNvSpPr>
          <p:nvPr/>
        </p:nvSpPr>
        <p:spPr bwMode="auto">
          <a:xfrm>
            <a:off x="179388" y="1439863"/>
            <a:ext cx="9899650" cy="306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9pPr>
          </a:lstStyle>
          <a:p>
            <a:pPr>
              <a:spcBef>
                <a:spcPts val="1200"/>
              </a:spcBef>
              <a:spcAft>
                <a:spcPts val="1000"/>
              </a:spcAft>
            </a:pPr>
            <a:r>
              <a:rPr lang="it-IT" altLang="en-US" sz="2000" b="1"/>
              <a:t>Vite con vincoli assiali e radiali (α = 0,5)</a:t>
            </a:r>
          </a:p>
          <a:p>
            <a:pPr>
              <a:spcBef>
                <a:spcPts val="1200"/>
              </a:spcBef>
              <a:spcAft>
                <a:spcPts val="1000"/>
              </a:spcAft>
            </a:pPr>
            <a:r>
              <a:rPr lang="it-IT" altLang="en-US" sz="1100"/>
              <a:t>La vite è vincolata sia assialmente che radialmente su entrambe le estremità. Questo vincolo impedisce sia gli spostamenti longitudinali che quelli trasversali, creando una condizione di incastro (ovviamente non nel senso di rotazione della vite. La lunghezza libera è massima e coincide con la distanza tra i supporti.</a:t>
            </a:r>
          </a:p>
          <a:p>
            <a:pPr>
              <a:spcBef>
                <a:spcPts val="1200"/>
              </a:spcBef>
              <a:spcAft>
                <a:spcPts val="1000"/>
              </a:spcAft>
            </a:pPr>
            <a:r>
              <a:rPr lang="it-IT" altLang="en-US" sz="1100"/>
              <a:t>Comportamento sotto carico:</a:t>
            </a:r>
          </a:p>
          <a:p>
            <a:pPr>
              <a:spcBef>
                <a:spcPts val="1200"/>
              </a:spcBef>
              <a:spcAft>
                <a:spcPts val="1000"/>
              </a:spcAft>
            </a:pPr>
            <a:r>
              <a:rPr lang="it-IT" altLang="en-US" sz="1100"/>
              <a:t>- Il coefficiente α = 0,5 indica la condizione più favorevole tra quelle mostrate, infatti essendo basso vuol dire che ho più resistenza alla  compressione per cui ho meno flessione da parte della vite</a:t>
            </a:r>
          </a:p>
          <a:p>
            <a:pPr>
              <a:spcBef>
                <a:spcPts val="1200"/>
              </a:spcBef>
              <a:spcAft>
                <a:spcPts val="1000"/>
              </a:spcAft>
            </a:pPr>
            <a:r>
              <a:rPr lang="it-IT" altLang="en-US" sz="1100"/>
              <a:t>- La lunghezza massima L_MAX sarà la più elevata per una data resistenza a compressione quindi potrà essere più lunga e piegarsi di meno</a:t>
            </a:r>
          </a:p>
          <a:p>
            <a:pPr>
              <a:spcBef>
                <a:spcPts val="1200"/>
              </a:spcBef>
              <a:spcAft>
                <a:spcPts val="1000"/>
              </a:spcAft>
            </a:pPr>
            <a:r>
              <a:rPr lang="it-IT" altLang="en-US" sz="1100"/>
              <a:t>- Sotto carico di punta, la vite tenderà a instabilizzarsi</a:t>
            </a:r>
          </a:p>
          <a:p>
            <a:pPr>
              <a:spcBef>
                <a:spcPts val="1200"/>
              </a:spcBef>
              <a:spcAft>
                <a:spcPts val="1000"/>
              </a:spcAft>
            </a:pPr>
            <a:r>
              <a:rPr lang="it-IT" altLang="en-US" sz="1100"/>
              <a:t>- I vincoli radiali impediscono rotazioni alle estremità, mantenendo tangenti parallele</a:t>
            </a:r>
          </a:p>
          <a:p>
            <a:pPr>
              <a:spcBef>
                <a:spcPts val="1200"/>
              </a:spcBef>
              <a:spcAft>
                <a:spcPts val="1000"/>
              </a:spcAft>
            </a:pPr>
            <a:r>
              <a:rPr lang="it-IT" altLang="en-US" sz="1100"/>
              <a:t>- È la configurazione più stabile e resistente al carico di punta</a:t>
            </a:r>
          </a:p>
          <a:p>
            <a:pPr>
              <a:spcBef>
                <a:spcPts val="1200"/>
              </a:spcBef>
              <a:spcAft>
                <a:spcPts val="1000"/>
              </a:spcAft>
            </a:pPr>
            <a:endParaRPr lang="it-IT" altLang="en-US" sz="1000"/>
          </a:p>
        </p:txBody>
      </p:sp>
      <p:pic>
        <p:nvPicPr>
          <p:cNvPr id="16387" name="Picture 3">
            <a:extLst>
              <a:ext uri="{FF2B5EF4-FFF2-40B4-BE49-F238E27FC236}">
                <a16:creationId xmlns:a16="http://schemas.microsoft.com/office/drawing/2014/main" id="{8527D368-D616-A682-1B30-036C1010DF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4679950"/>
            <a:ext cx="5759450" cy="9001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6388" name="Picture 4">
            <a:extLst>
              <a:ext uri="{FF2B5EF4-FFF2-40B4-BE49-F238E27FC236}">
                <a16:creationId xmlns:a16="http://schemas.microsoft.com/office/drawing/2014/main" id="{C468D3CB-64EE-DE1B-E5D8-3DE67E364B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9913" y="3600450"/>
            <a:ext cx="2079625" cy="18557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a:extLst>
              <a:ext uri="{FF2B5EF4-FFF2-40B4-BE49-F238E27FC236}">
                <a16:creationId xmlns:a16="http://schemas.microsoft.com/office/drawing/2014/main" id="{57F55388-F734-31FF-4F4E-6B6B30049020}"/>
              </a:ext>
            </a:extLst>
          </p:cNvPr>
          <p:cNvSpPr>
            <a:spLocks noGrp="1" noChangeArrowheads="1"/>
          </p:cNvSpPr>
          <p:nvPr>
            <p:ph type="title"/>
          </p:nvPr>
        </p:nvSpPr>
        <p:spPr>
          <a:xfrm>
            <a:off x="468313" y="90488"/>
            <a:ext cx="9072562" cy="990600"/>
          </a:xfrm>
          <a:ln/>
        </p:spPr>
        <p:txBody>
          <a:bodyPr/>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a:t>Caso B Vincoli Radiali/Assiali + Radiali</a:t>
            </a:r>
          </a:p>
        </p:txBody>
      </p:sp>
      <p:sp>
        <p:nvSpPr>
          <p:cNvPr id="17410" name="Text Box 2">
            <a:extLst>
              <a:ext uri="{FF2B5EF4-FFF2-40B4-BE49-F238E27FC236}">
                <a16:creationId xmlns:a16="http://schemas.microsoft.com/office/drawing/2014/main" id="{45880AC5-B56B-D694-5AA8-E53487CA0D38}"/>
              </a:ext>
            </a:extLst>
          </p:cNvPr>
          <p:cNvSpPr txBox="1">
            <a:spLocks noChangeArrowheads="1"/>
          </p:cNvSpPr>
          <p:nvPr/>
        </p:nvSpPr>
        <p:spPr bwMode="auto">
          <a:xfrm>
            <a:off x="179388" y="1079500"/>
            <a:ext cx="9899650" cy="341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9pPr>
          </a:lstStyle>
          <a:p>
            <a:pPr>
              <a:spcBef>
                <a:spcPts val="1200"/>
              </a:spcBef>
              <a:spcAft>
                <a:spcPts val="1000"/>
              </a:spcAft>
            </a:pPr>
            <a:r>
              <a:rPr lang="it-IT" altLang="en-US" sz="2000" b="1"/>
              <a:t>Vite con vincoli assiali/radiali e vincoli radiali (α = 0,7)</a:t>
            </a:r>
          </a:p>
          <a:p>
            <a:pPr>
              <a:spcBef>
                <a:spcPts val="1200"/>
              </a:spcBef>
              <a:spcAft>
                <a:spcPts val="1000"/>
              </a:spcAft>
            </a:pPr>
            <a:r>
              <a:rPr lang="it-IT" altLang="en-US" sz="1200"/>
              <a:t>Una estremità presenta vincoli sia assiali che radiali (incastro completo), mentre l'altra è vincolata solo radialmente (quindi può andare su e giù), permettendo lo scorrimento assiale. Questa è una condizione intermedia di vincolo.</a:t>
            </a:r>
          </a:p>
          <a:p>
            <a:pPr>
              <a:spcBef>
                <a:spcPts val="1200"/>
              </a:spcBef>
              <a:spcAft>
                <a:spcPts val="1000"/>
              </a:spcAft>
            </a:pPr>
            <a:r>
              <a:rPr lang="it-IT" altLang="en-US" sz="1100"/>
              <a:t>Comportamento sotto carico:</a:t>
            </a:r>
          </a:p>
          <a:p>
            <a:pPr>
              <a:spcBef>
                <a:spcPts val="1200"/>
              </a:spcBef>
              <a:spcAft>
                <a:spcPts val="1000"/>
              </a:spcAft>
            </a:pPr>
            <a:r>
              <a:rPr lang="it-IT" altLang="en-US" sz="1100"/>
              <a:t>- Il coefficiente α = 0,7 indica una condizione intermedia di stabilità</a:t>
            </a:r>
          </a:p>
          <a:p>
            <a:pPr>
              <a:spcBef>
                <a:spcPts val="1200"/>
              </a:spcBef>
              <a:spcAft>
                <a:spcPts val="1000"/>
              </a:spcAft>
            </a:pPr>
            <a:r>
              <a:rPr lang="it-IT" altLang="en-US" sz="1100"/>
              <a:t>- La lunghezza massima L_MAX è inferiore rispetto all'immagine A perché il carico andando verso il centro piegherà semore di più la vite</a:t>
            </a:r>
          </a:p>
          <a:p>
            <a:pPr>
              <a:spcBef>
                <a:spcPts val="1200"/>
              </a:spcBef>
              <a:spcAft>
                <a:spcPts val="1000"/>
              </a:spcAft>
            </a:pPr>
            <a:r>
              <a:rPr lang="it-IT" altLang="en-US" sz="1100"/>
              <a:t>- L'estremità con solo vincolo radiale può scorrere assialmente sotto carico</a:t>
            </a:r>
          </a:p>
          <a:p>
            <a:pPr>
              <a:spcBef>
                <a:spcPts val="1200"/>
              </a:spcBef>
              <a:spcAft>
                <a:spcPts val="1000"/>
              </a:spcAft>
            </a:pPr>
            <a:r>
              <a:rPr lang="it-IT" altLang="en-US" sz="1100"/>
              <a:t>- La deformazione per instabilità sarà asimmetrica perché ovviamente ci sono vincoli diversi</a:t>
            </a:r>
          </a:p>
          <a:p>
            <a:pPr>
              <a:spcBef>
                <a:spcPts val="1200"/>
              </a:spcBef>
              <a:spcAft>
                <a:spcPts val="1000"/>
              </a:spcAft>
            </a:pPr>
            <a:r>
              <a:rPr lang="it-IT" altLang="en-US" sz="1100"/>
              <a:t>  Tendendo quindi a deformarsi di più verso destra (parte con meno vincoli)</a:t>
            </a:r>
          </a:p>
          <a:p>
            <a:pPr>
              <a:spcBef>
                <a:spcPts val="1200"/>
              </a:spcBef>
              <a:spcAft>
                <a:spcPts val="1000"/>
              </a:spcAft>
            </a:pPr>
            <a:r>
              <a:rPr lang="it-IT" altLang="en-US" sz="1100"/>
              <a:t>- Maggiore tendenza all'inflessione rispetto alla configurazione A</a:t>
            </a:r>
          </a:p>
          <a:p>
            <a:pPr>
              <a:spcBef>
                <a:spcPts val="1200"/>
              </a:spcBef>
              <a:spcAft>
                <a:spcPts val="1000"/>
              </a:spcAft>
            </a:pPr>
            <a:endParaRPr lang="it-IT" altLang="en-US" sz="1000"/>
          </a:p>
        </p:txBody>
      </p:sp>
      <p:pic>
        <p:nvPicPr>
          <p:cNvPr id="17411" name="Picture 3">
            <a:extLst>
              <a:ext uri="{FF2B5EF4-FFF2-40B4-BE49-F238E27FC236}">
                <a16:creationId xmlns:a16="http://schemas.microsoft.com/office/drawing/2014/main" id="{3663345F-B392-D01C-B11D-6325FBDCFC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375" y="3600450"/>
            <a:ext cx="2390775" cy="19335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7412" name="Picture 4">
            <a:extLst>
              <a:ext uri="{FF2B5EF4-FFF2-40B4-BE49-F238E27FC236}">
                <a16:creationId xmlns:a16="http://schemas.microsoft.com/office/drawing/2014/main" id="{46C44FE0-AB12-8403-E13A-D3A4670F58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688" y="4679950"/>
            <a:ext cx="5773737" cy="990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fade thruBlk="1"/>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a:extLst>
              <a:ext uri="{FF2B5EF4-FFF2-40B4-BE49-F238E27FC236}">
                <a16:creationId xmlns:a16="http://schemas.microsoft.com/office/drawing/2014/main" id="{10A92122-CEB9-A01E-B007-2FF5779FCBDB}"/>
              </a:ext>
            </a:extLst>
          </p:cNvPr>
          <p:cNvSpPr>
            <a:spLocks noGrp="1" noChangeArrowheads="1"/>
          </p:cNvSpPr>
          <p:nvPr>
            <p:ph type="title"/>
          </p:nvPr>
        </p:nvSpPr>
        <p:spPr>
          <a:xfrm>
            <a:off x="468313" y="90488"/>
            <a:ext cx="9072562" cy="990600"/>
          </a:xfrm>
          <a:ln/>
        </p:spPr>
        <p:txBody>
          <a:bodyPr/>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a:t>Caso C Vincoli Radiali</a:t>
            </a:r>
          </a:p>
        </p:txBody>
      </p:sp>
      <p:sp>
        <p:nvSpPr>
          <p:cNvPr id="18434" name="Text Box 2">
            <a:extLst>
              <a:ext uri="{FF2B5EF4-FFF2-40B4-BE49-F238E27FC236}">
                <a16:creationId xmlns:a16="http://schemas.microsoft.com/office/drawing/2014/main" id="{ACAD4554-9961-5A29-7D3F-9ECB640B94A0}"/>
              </a:ext>
            </a:extLst>
          </p:cNvPr>
          <p:cNvSpPr txBox="1">
            <a:spLocks noChangeArrowheads="1"/>
          </p:cNvSpPr>
          <p:nvPr/>
        </p:nvSpPr>
        <p:spPr bwMode="auto">
          <a:xfrm>
            <a:off x="179388" y="1439863"/>
            <a:ext cx="9899650" cy="342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Lst>
              <a:defRPr sz="2200">
                <a:solidFill>
                  <a:srgbClr val="000000"/>
                </a:solidFill>
                <a:latin typeface="Noto Sans" panose="020B0502040504020204" pitchFamily="34" charset="0"/>
                <a:cs typeface="Noto Sans CJK JP:palt;Noto Sans" pitchFamily="32" charset="0"/>
              </a:defRPr>
            </a:lvl9pPr>
          </a:lstStyle>
          <a:p>
            <a:pPr>
              <a:spcBef>
                <a:spcPts val="1200"/>
              </a:spcBef>
              <a:spcAft>
                <a:spcPts val="1000"/>
              </a:spcAft>
            </a:pPr>
            <a:r>
              <a:rPr lang="it-IT" altLang="en-US" sz="2000" b="1"/>
              <a:t>Vite con soli vincoli radiali (α = 1)</a:t>
            </a:r>
          </a:p>
          <a:p>
            <a:pPr>
              <a:spcBef>
                <a:spcPts val="1200"/>
              </a:spcBef>
              <a:spcAft>
                <a:spcPts val="1000"/>
              </a:spcAft>
            </a:pPr>
            <a:r>
              <a:rPr lang="it-IT" altLang="en-US" sz="1100"/>
              <a:t>Entrambe le estremità hanno solo vincoli radiali, permettendo il completo scorrimento assiale. </a:t>
            </a:r>
            <a:r>
              <a:rPr lang="it-IT" altLang="en-US" sz="1100" b="1">
                <a:solidFill>
                  <a:srgbClr val="FF0000"/>
                </a:solidFill>
              </a:rPr>
              <a:t>La situa non va affatto bene</a:t>
            </a:r>
          </a:p>
          <a:p>
            <a:pPr>
              <a:spcBef>
                <a:spcPts val="1200"/>
              </a:spcBef>
              <a:spcAft>
                <a:spcPts val="1000"/>
              </a:spcAft>
            </a:pPr>
            <a:r>
              <a:rPr lang="it-IT" altLang="en-US" sz="1100"/>
              <a:t>Comportamento sotto carico:</a:t>
            </a:r>
          </a:p>
          <a:p>
            <a:pPr>
              <a:spcBef>
                <a:spcPts val="1200"/>
              </a:spcBef>
              <a:spcAft>
                <a:spcPts val="1000"/>
              </a:spcAft>
            </a:pPr>
            <a:r>
              <a:rPr lang="it-IT" altLang="en-US" sz="1100"/>
              <a:t>- Il coefficiente α = 1 rappresenta la condizione meno favorevole tra le prime tre</a:t>
            </a:r>
          </a:p>
          <a:p>
            <a:pPr>
              <a:spcBef>
                <a:spcPts val="1200"/>
              </a:spcBef>
              <a:spcAft>
                <a:spcPts val="1000"/>
              </a:spcAft>
            </a:pPr>
            <a:r>
              <a:rPr lang="it-IT" altLang="en-US" sz="1100"/>
              <a:t>- La lunghezza massima L_MAX  rispetto a prima è molto ridotta, non si potranno mettere delle viti molto lunghe, inizia a peggiorare molto</a:t>
            </a:r>
          </a:p>
          <a:p>
            <a:pPr>
              <a:spcBef>
                <a:spcPts val="1200"/>
              </a:spcBef>
              <a:spcAft>
                <a:spcPts val="1000"/>
              </a:spcAft>
            </a:pPr>
            <a:r>
              <a:rPr lang="it-IT" altLang="en-US" sz="1100"/>
              <a:t>- La deformazione avverrà accentuata al centro della lunghezza libera</a:t>
            </a:r>
          </a:p>
          <a:p>
            <a:pPr>
              <a:spcBef>
                <a:spcPts val="1200"/>
              </a:spcBef>
              <a:spcAft>
                <a:spcPts val="1000"/>
              </a:spcAft>
            </a:pPr>
            <a:r>
              <a:rPr lang="it-IT" altLang="en-US" sz="1100"/>
              <a:t>- Richiede maggiore attenzione nel dimensionamento perché tendera a diventare a banana</a:t>
            </a:r>
          </a:p>
          <a:p>
            <a:pPr>
              <a:spcBef>
                <a:spcPts val="1200"/>
              </a:spcBef>
              <a:spcAft>
                <a:spcPts val="1000"/>
              </a:spcAft>
            </a:pPr>
            <a:r>
              <a:rPr lang="it-IT" altLang="en-US" sz="1100"/>
              <a:t>  E comprometterà anche i cuscinetti sforzandoli continuamente (a carico)</a:t>
            </a:r>
          </a:p>
          <a:p>
            <a:pPr>
              <a:spcBef>
                <a:spcPts val="1200"/>
              </a:spcBef>
              <a:spcAft>
                <a:spcPts val="1000"/>
              </a:spcAft>
            </a:pPr>
            <a:endParaRPr lang="it-IT" altLang="en-US" sz="1100"/>
          </a:p>
          <a:p>
            <a:pPr>
              <a:spcBef>
                <a:spcPts val="1200"/>
              </a:spcBef>
              <a:spcAft>
                <a:spcPts val="1000"/>
              </a:spcAft>
            </a:pPr>
            <a:endParaRPr lang="it-IT" altLang="en-US" sz="1100"/>
          </a:p>
        </p:txBody>
      </p:sp>
      <p:pic>
        <p:nvPicPr>
          <p:cNvPr id="18435" name="Picture 3">
            <a:extLst>
              <a:ext uri="{FF2B5EF4-FFF2-40B4-BE49-F238E27FC236}">
                <a16:creationId xmlns:a16="http://schemas.microsoft.com/office/drawing/2014/main" id="{BBA12772-DE7B-B812-FD18-4AC25DE8D6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4679950"/>
            <a:ext cx="5400675" cy="990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8436" name="Picture 4">
            <a:extLst>
              <a:ext uri="{FF2B5EF4-FFF2-40B4-BE49-F238E27FC236}">
                <a16:creationId xmlns:a16="http://schemas.microsoft.com/office/drawing/2014/main" id="{8ACE9934-3B95-1710-9C9F-9074ADB0B7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9925" y="3263900"/>
            <a:ext cx="2160588" cy="24050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a:extLst>
              <a:ext uri="{FF2B5EF4-FFF2-40B4-BE49-F238E27FC236}">
                <a16:creationId xmlns:a16="http://schemas.microsoft.com/office/drawing/2014/main" id="{BCA04643-33DF-E271-043E-636BE9368A6B}"/>
              </a:ext>
            </a:extLst>
          </p:cNvPr>
          <p:cNvSpPr>
            <a:spLocks noGrp="1" noChangeArrowheads="1"/>
          </p:cNvSpPr>
          <p:nvPr>
            <p:ph type="title"/>
          </p:nvPr>
        </p:nvSpPr>
        <p:spPr>
          <a:xfrm>
            <a:off x="503238" y="90488"/>
            <a:ext cx="9072562" cy="990600"/>
          </a:xfrm>
          <a:ln/>
        </p:spPr>
        <p:txBody>
          <a:bodyPr/>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a:t>Caso D vite a Sbalzo</a:t>
            </a:r>
          </a:p>
        </p:txBody>
      </p:sp>
      <p:sp>
        <p:nvSpPr>
          <p:cNvPr id="19458" name="Rectangle 2">
            <a:extLst>
              <a:ext uri="{FF2B5EF4-FFF2-40B4-BE49-F238E27FC236}">
                <a16:creationId xmlns:a16="http://schemas.microsoft.com/office/drawing/2014/main" id="{BAE1460A-2AF7-5715-A54D-077B6A347886}"/>
              </a:ext>
            </a:extLst>
          </p:cNvPr>
          <p:cNvSpPr>
            <a:spLocks noGrp="1" noChangeArrowheads="1"/>
          </p:cNvSpPr>
          <p:nvPr>
            <p:ph type="body" idx="1"/>
          </p:nvPr>
        </p:nvSpPr>
        <p:spPr>
          <a:xfrm>
            <a:off x="468313" y="1439863"/>
            <a:ext cx="9072562" cy="2700337"/>
          </a:xfrm>
          <a:ln/>
        </p:spPr>
        <p:txBody>
          <a:bodyPr/>
          <a:lstStyle/>
          <a:p>
            <a:pPr marL="431800" indent="-323850">
              <a:spcBef>
                <a:spcPts val="1200"/>
              </a:spcBef>
              <a:spcAft>
                <a:spcPts val="1000"/>
              </a:spcAft>
              <a:buClr>
                <a:srgbClr val="009EDA"/>
              </a:buClr>
              <a:buSzPct val="45000"/>
              <a:buFont typeface="Wingdings" panose="05000000000000000000" pitchFamily="2" charset="2"/>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sz="2000" b="1">
                <a:solidFill>
                  <a:srgbClr val="000000"/>
                </a:solidFill>
              </a:rPr>
              <a:t>Vite con soli vincoli radiali (α = 1)</a:t>
            </a:r>
          </a:p>
          <a:p>
            <a:pPr marL="431800" indent="-323850">
              <a:spcBef>
                <a:spcPts val="1200"/>
              </a:spcBef>
              <a:spcAft>
                <a:spcPts val="1000"/>
              </a:spcAft>
              <a:buClr>
                <a:srgbClr val="009EDA"/>
              </a:buClr>
              <a:buSzPct val="45000"/>
              <a:buFont typeface="Wingdings" panose="05000000000000000000" pitchFamily="2" charset="2"/>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sz="1100">
                <a:solidFill>
                  <a:srgbClr val="000000"/>
                </a:solidFill>
              </a:rPr>
              <a:t>La vite è incastrata da un solo lato e completamente libera dall'altro (mensola in compressione). Rappresenta la condizione più critica e sfavorevole dato che spesso e volentieri questo sitema tende a spezzare la vite e ad usurare rapidamente i cuscinetti.</a:t>
            </a:r>
          </a:p>
          <a:p>
            <a:pPr marL="431800" indent="-323850">
              <a:buClr>
                <a:srgbClr val="009EDA"/>
              </a:buClr>
              <a:buSzPct val="45000"/>
              <a:buFont typeface="Wingdings" panose="05000000000000000000" pitchFamily="2" charset="2"/>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it-IT" altLang="en-US" sz="1100">
                <a:solidFill>
                  <a:srgbClr val="000000"/>
                </a:solidFill>
              </a:rPr>
              <a:t>Comportamento sotto carico:</a:t>
            </a:r>
          </a:p>
          <a:p>
            <a:pPr marL="431800" indent="-323850">
              <a:spcBef>
                <a:spcPts val="1200"/>
              </a:spcBef>
              <a:spcAft>
                <a:spcPts val="1000"/>
              </a:spcAft>
              <a:buClr>
                <a:srgbClr val="009EDA"/>
              </a:buClr>
              <a:buSzPct val="45000"/>
              <a:buFont typeface="Wingdings" panose="05000000000000000000" pitchFamily="2" charset="2"/>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endParaRPr lang="it-IT" altLang="en-US" sz="1100">
              <a:solidFill>
                <a:srgbClr val="000000"/>
              </a:solidFill>
            </a:endParaRPr>
          </a:p>
        </p:txBody>
      </p:sp>
      <p:pic>
        <p:nvPicPr>
          <p:cNvPr id="19459" name="Picture 3">
            <a:extLst>
              <a:ext uri="{FF2B5EF4-FFF2-40B4-BE49-F238E27FC236}">
                <a16:creationId xmlns:a16="http://schemas.microsoft.com/office/drawing/2014/main" id="{51A644D3-9252-3E1C-2254-DADD43C090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9925" y="2519363"/>
            <a:ext cx="2590800" cy="30607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460" name="Picture 4">
            <a:extLst>
              <a:ext uri="{FF2B5EF4-FFF2-40B4-BE49-F238E27FC236}">
                <a16:creationId xmlns:a16="http://schemas.microsoft.com/office/drawing/2014/main" id="{2668ADC3-7B11-0F96-C71D-827F6908E9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4679950"/>
            <a:ext cx="5040312" cy="990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461" name="Picture 5">
            <a:extLst>
              <a:ext uri="{FF2B5EF4-FFF2-40B4-BE49-F238E27FC236}">
                <a16:creationId xmlns:a16="http://schemas.microsoft.com/office/drawing/2014/main" id="{FABDBB7F-6E79-6EFC-E722-E2832EDB4D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9725" y="2287588"/>
            <a:ext cx="1619250" cy="19526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18000" cap="flat">
                <a:solidFill>
                  <a:srgbClr val="F491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462" name="Line 6">
            <a:extLst>
              <a:ext uri="{FF2B5EF4-FFF2-40B4-BE49-F238E27FC236}">
                <a16:creationId xmlns:a16="http://schemas.microsoft.com/office/drawing/2014/main" id="{456CAA96-DCF4-8055-0F80-6A6CA01CD34C}"/>
              </a:ext>
            </a:extLst>
          </p:cNvPr>
          <p:cNvSpPr>
            <a:spLocks noChangeShapeType="1"/>
          </p:cNvSpPr>
          <p:nvPr/>
        </p:nvSpPr>
        <p:spPr bwMode="auto">
          <a:xfrm>
            <a:off x="4679950" y="3600450"/>
            <a:ext cx="1619250" cy="1588"/>
          </a:xfrm>
          <a:prstGeom prst="line">
            <a:avLst/>
          </a:prstGeom>
          <a:noFill/>
          <a:ln w="57240" cap="flat">
            <a:solidFill>
              <a:srgbClr val="008AC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463" name="Text Box 7">
            <a:extLst>
              <a:ext uri="{FF2B5EF4-FFF2-40B4-BE49-F238E27FC236}">
                <a16:creationId xmlns:a16="http://schemas.microsoft.com/office/drawing/2014/main" id="{6B71BE74-8691-8AF6-147E-F847E136390B}"/>
              </a:ext>
            </a:extLst>
          </p:cNvPr>
          <p:cNvSpPr txBox="1">
            <a:spLocks noChangeArrowheads="1"/>
          </p:cNvSpPr>
          <p:nvPr/>
        </p:nvSpPr>
        <p:spPr bwMode="auto">
          <a:xfrm>
            <a:off x="4484688" y="2741613"/>
            <a:ext cx="2587625" cy="623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8000"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36000" tIns="36000" rIns="36000" bIns="36000" anchor="ctr"/>
          <a:lstStyle>
            <a:lvl1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1pPr>
            <a:lvl2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2pPr>
            <a:lvl3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3pPr>
            <a:lvl4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4pPr>
            <a:lvl5pPr>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5pPr>
            <a:lvl6pPr marL="25146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6pPr>
            <a:lvl7pPr marL="29718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7pPr>
            <a:lvl8pPr marL="34290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8pPr>
            <a:lvl9pPr marL="3886200" indent="-228600" defTabSz="449263" fontAlgn="base" hangingPunct="0">
              <a:lnSpc>
                <a:spcPct val="11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Lst>
              <a:defRPr sz="2200">
                <a:solidFill>
                  <a:srgbClr val="000000"/>
                </a:solidFill>
                <a:latin typeface="Noto Sans" panose="020B0502040504020204" pitchFamily="34" charset="0"/>
                <a:cs typeface="Noto Sans CJK JP:palt;Noto Sans" pitchFamily="32" charset="0"/>
              </a:defRPr>
            </a:lvl9pPr>
          </a:lstStyle>
          <a:p>
            <a:r>
              <a:rPr lang="it-IT" altLang="en-US" sz="1600"/>
              <a:t>Quindi fatelo poco spesso </a:t>
            </a:r>
          </a:p>
          <a:p>
            <a:r>
              <a:rPr lang="it-IT" altLang="en-US" sz="1600"/>
              <a:t>o non fatelo proprio</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Noto Sans"/>
        <a:ea typeface=""/>
        <a:cs typeface="Noto Sans CJK JP:palt;Noto Sans"/>
      </a:majorFont>
      <a:minorFont>
        <a:latin typeface="Noto Sans"/>
        <a:ea typeface=""/>
        <a:cs typeface="Noto Sans CJK JP:palt;Noto Sa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113000"/>
          </a:lnSpc>
          <a:spcBef>
            <a:spcPts val="13"/>
          </a:spcBef>
          <a:spcAft>
            <a:spcPts val="13"/>
          </a:spcAft>
          <a:buClr>
            <a:srgbClr val="000000"/>
          </a:buClr>
          <a:buSzPct val="100000"/>
          <a:buFont typeface="Times New Roman" panose="02020603050405020304" pitchFamily="18" charset="0"/>
          <a:buNone/>
          <a:tabLst/>
          <a:defRPr kumimoji="0" lang="en-GB" altLang="en-US" sz="2200" b="0" i="0" u="none" strike="noStrike" cap="none" normalizeH="0" baseline="0" smtClean="0">
            <a:ln>
              <a:noFill/>
            </a:ln>
            <a:effectLst/>
            <a:latin typeface="Noto Sans" panose="020B0502040504020204" pitchFamily="34" charset="0"/>
            <a:cs typeface="Noto Sans CJK JP:palt;Noto Sans" pitchFamily="32"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113000"/>
          </a:lnSpc>
          <a:spcBef>
            <a:spcPts val="13"/>
          </a:spcBef>
          <a:spcAft>
            <a:spcPts val="13"/>
          </a:spcAft>
          <a:buClr>
            <a:srgbClr val="000000"/>
          </a:buClr>
          <a:buSzPct val="100000"/>
          <a:buFont typeface="Times New Roman" panose="02020603050405020304" pitchFamily="18" charset="0"/>
          <a:buNone/>
          <a:tabLst/>
          <a:defRPr kumimoji="0" lang="en-GB" altLang="en-US" sz="2200" b="0" i="0" u="none" strike="noStrike" cap="none" normalizeH="0" baseline="0" smtClean="0">
            <a:ln>
              <a:noFill/>
            </a:ln>
            <a:effectLst/>
            <a:latin typeface="Noto Sans" panose="020B0502040504020204" pitchFamily="34" charset="0"/>
            <a:cs typeface="Noto Sans CJK JP:palt;Noto Sans" pitchFamily="32"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Noto Sans"/>
        <a:ea typeface=""/>
        <a:cs typeface="Noto Sans CJK JP:palt;Noto Sans"/>
      </a:majorFont>
      <a:minorFont>
        <a:latin typeface="Noto Sans"/>
        <a:ea typeface=""/>
        <a:cs typeface="Noto Sans CJK JP:palt;Noto Sa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113000"/>
          </a:lnSpc>
          <a:spcBef>
            <a:spcPts val="13"/>
          </a:spcBef>
          <a:spcAft>
            <a:spcPts val="13"/>
          </a:spcAft>
          <a:buClr>
            <a:srgbClr val="000000"/>
          </a:buClr>
          <a:buSzPct val="100000"/>
          <a:buFont typeface="Times New Roman" panose="02020603050405020304" pitchFamily="18" charset="0"/>
          <a:buNone/>
          <a:tabLst/>
          <a:defRPr kumimoji="0" lang="en-GB" altLang="en-US" sz="2200" b="0" i="0" u="none" strike="noStrike" cap="none" normalizeH="0" baseline="0" smtClean="0">
            <a:ln>
              <a:noFill/>
            </a:ln>
            <a:effectLst/>
            <a:latin typeface="Noto Sans" panose="020B0502040504020204" pitchFamily="34" charset="0"/>
            <a:cs typeface="Noto Sans CJK JP:palt;Noto Sans" pitchFamily="32"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113000"/>
          </a:lnSpc>
          <a:spcBef>
            <a:spcPts val="13"/>
          </a:spcBef>
          <a:spcAft>
            <a:spcPts val="13"/>
          </a:spcAft>
          <a:buClr>
            <a:srgbClr val="000000"/>
          </a:buClr>
          <a:buSzPct val="100000"/>
          <a:buFont typeface="Times New Roman" panose="02020603050405020304" pitchFamily="18" charset="0"/>
          <a:buNone/>
          <a:tabLst/>
          <a:defRPr kumimoji="0" lang="en-GB" altLang="en-US" sz="2200" b="0" i="0" u="none" strike="noStrike" cap="none" normalizeH="0" baseline="0" smtClean="0">
            <a:ln>
              <a:noFill/>
            </a:ln>
            <a:effectLst/>
            <a:latin typeface="Noto Sans" panose="020B0502040504020204" pitchFamily="34" charset="0"/>
            <a:cs typeface="Noto Sans CJK JP:palt;Noto Sans" pitchFamily="32"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Noto Sans"/>
        <a:ea typeface=""/>
        <a:cs typeface="Noto Sans CJK JP:palt;Noto Sans"/>
      </a:majorFont>
      <a:minorFont>
        <a:latin typeface="Noto Sans"/>
        <a:ea typeface=""/>
        <a:cs typeface="Noto Sans CJK JP:palt;Noto Sa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113000"/>
          </a:lnSpc>
          <a:spcBef>
            <a:spcPts val="13"/>
          </a:spcBef>
          <a:spcAft>
            <a:spcPts val="13"/>
          </a:spcAft>
          <a:buClr>
            <a:srgbClr val="000000"/>
          </a:buClr>
          <a:buSzPct val="100000"/>
          <a:buFont typeface="Times New Roman" panose="02020603050405020304" pitchFamily="18" charset="0"/>
          <a:buNone/>
          <a:tabLst/>
          <a:defRPr kumimoji="0" lang="en-GB" altLang="en-US" sz="2200" b="0" i="0" u="none" strike="noStrike" cap="none" normalizeH="0" baseline="0" smtClean="0">
            <a:ln>
              <a:noFill/>
            </a:ln>
            <a:effectLst/>
            <a:latin typeface="Noto Sans" panose="020B0502040504020204" pitchFamily="34" charset="0"/>
            <a:cs typeface="Noto Sans CJK JP:palt;Noto Sans" pitchFamily="32"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113000"/>
          </a:lnSpc>
          <a:spcBef>
            <a:spcPts val="13"/>
          </a:spcBef>
          <a:spcAft>
            <a:spcPts val="13"/>
          </a:spcAft>
          <a:buClr>
            <a:srgbClr val="000000"/>
          </a:buClr>
          <a:buSzPct val="100000"/>
          <a:buFont typeface="Times New Roman" panose="02020603050405020304" pitchFamily="18" charset="0"/>
          <a:buNone/>
          <a:tabLst/>
          <a:defRPr kumimoji="0" lang="en-GB" altLang="en-US" sz="2200" b="0" i="0" u="none" strike="noStrike" cap="none" normalizeH="0" baseline="0" smtClean="0">
            <a:ln>
              <a:noFill/>
            </a:ln>
            <a:effectLst/>
            <a:latin typeface="Noto Sans" panose="020B0502040504020204" pitchFamily="34" charset="0"/>
            <a:cs typeface="Noto Sans CJK JP:palt;Noto Sans" pitchFamily="32"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Noto Sans"/>
        <a:ea typeface=""/>
        <a:cs typeface="Noto Sans CJK JP:palt;Noto Sans"/>
      </a:majorFont>
      <a:minorFont>
        <a:latin typeface="Noto Sans"/>
        <a:ea typeface=""/>
        <a:cs typeface="Noto Sans CJK JP:palt;Noto Sa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113000"/>
          </a:lnSpc>
          <a:spcBef>
            <a:spcPts val="13"/>
          </a:spcBef>
          <a:spcAft>
            <a:spcPts val="13"/>
          </a:spcAft>
          <a:buClr>
            <a:srgbClr val="000000"/>
          </a:buClr>
          <a:buSzPct val="100000"/>
          <a:buFont typeface="Times New Roman" panose="02020603050405020304" pitchFamily="18" charset="0"/>
          <a:buNone/>
          <a:tabLst/>
          <a:defRPr kumimoji="0" lang="en-GB" altLang="en-US" sz="2200" b="0" i="0" u="none" strike="noStrike" cap="none" normalizeH="0" baseline="0" smtClean="0">
            <a:ln>
              <a:noFill/>
            </a:ln>
            <a:effectLst/>
            <a:latin typeface="Noto Sans" panose="020B0502040504020204" pitchFamily="34" charset="0"/>
            <a:cs typeface="Noto Sans CJK JP:palt;Noto Sans" pitchFamily="32"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113000"/>
          </a:lnSpc>
          <a:spcBef>
            <a:spcPts val="13"/>
          </a:spcBef>
          <a:spcAft>
            <a:spcPts val="13"/>
          </a:spcAft>
          <a:buClr>
            <a:srgbClr val="000000"/>
          </a:buClr>
          <a:buSzPct val="100000"/>
          <a:buFont typeface="Times New Roman" panose="02020603050405020304" pitchFamily="18" charset="0"/>
          <a:buNone/>
          <a:tabLst/>
          <a:defRPr kumimoji="0" lang="en-GB" altLang="en-US" sz="2200" b="0" i="0" u="none" strike="noStrike" cap="none" normalizeH="0" baseline="0" smtClean="0">
            <a:ln>
              <a:noFill/>
            </a:ln>
            <a:effectLst/>
            <a:latin typeface="Noto Sans" panose="020B0502040504020204" pitchFamily="34" charset="0"/>
            <a:cs typeface="Noto Sans CJK JP:palt;Noto Sans" pitchFamily="32"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TotalTime>
  <Application>Microsoft Office PowerPoint</Application>
  <PresentationFormat>Personalizzato</PresentationFormat>
  <Slides>14</Slides>
  <Notes>14</Notes>
  <HiddenSlides>0</HiddenSlides>
  <ScaleCrop>false</ScaleCrop>
  <HeadingPairs>
    <vt:vector size="4" baseType="variant">
      <vt:variant>
        <vt:lpstr>Tema</vt:lpstr>
      </vt:variant>
      <vt:variant>
        <vt:i4>4</vt:i4>
      </vt:variant>
      <vt:variant>
        <vt:lpstr>Titoli diapositive</vt:lpstr>
      </vt:variant>
      <vt:variant>
        <vt:i4>14</vt:i4>
      </vt:variant>
    </vt:vector>
  </HeadingPairs>
  <TitlesOfParts>
    <vt:vector size="18" baseType="lpstr">
      <vt:lpstr>Office Theme</vt:lpstr>
      <vt:lpstr>Office Theme</vt:lpstr>
      <vt:lpstr>Office Theme</vt:lpstr>
      <vt:lpstr>Office Theme</vt:lpstr>
      <vt:lpstr>Robe da Meccanici… Viti Trapezie </vt:lpstr>
      <vt:lpstr>Problema posto : </vt:lpstr>
      <vt:lpstr>Dati sul motore del punzone : </vt:lpstr>
      <vt:lpstr>Dati Sulla vite Trapezoidale :</vt:lpstr>
      <vt:lpstr>Zoom sull’angolo dell’elica</vt:lpstr>
      <vt:lpstr>Dati Utili Sulla Chiocciola :</vt:lpstr>
      <vt:lpstr>Cosa chiede il Manuale Tecnico :</vt:lpstr>
      <vt:lpstr>Rendimento vite-madrevite:</vt:lpstr>
      <vt:lpstr>Trovare la forza partendo dalla coppia :</vt:lpstr>
      <vt:lpstr>RESISTENZA A COMPRESSIONE DELLA VITE TRAPEZIA IN RELAZIONE AL TIPO DI VINCOLO UTILIZZATO</vt:lpstr>
      <vt:lpstr>Caso A Vincoli Assiali + Radiali</vt:lpstr>
      <vt:lpstr>Caso B Vincoli Radiali/Assiali + Radiali</vt:lpstr>
      <vt:lpstr>Caso C Vincoli Radiali</vt:lpstr>
      <vt:lpstr>Caso D vite a Sbalzo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Vivid</dc:title>
  <dc:description>This work is licensed under a Creative Commons 0 License.
It makes use of the works of fsanchez.</dc:description>
  <cp:lastModifiedBy>Federico Dorigo</cp:lastModifiedBy>
  <cp:revision>111</cp:revision>
  <cp:lastPrinted>1601-01-01T00:00:00Z</cp:lastPrinted>
  <dcterms:created xsi:type="dcterms:W3CDTF">2025-11-18T21:25:42Z</dcterms:created>
  <dcterms:modified xsi:type="dcterms:W3CDTF">2026-03-02T14:34:59Z</dcterms:modified>
</cp:coreProperties>
</file>