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81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5088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81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it-IT" sz="44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Fai clic per spostare la diapositiva</a:t>
            </a:r>
            <a:endParaRPr lang="it-IT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PlaceHolder 4"/>
          <p:cNvSpPr>
            <a:spLocks noGrp="1"/>
          </p:cNvSpPr>
          <p:nvPr>
            <p:ph type="dt" idx="145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PlaceHolder 5"/>
          <p:cNvSpPr>
            <a:spLocks noGrp="1"/>
          </p:cNvSpPr>
          <p:nvPr>
            <p:ph type="ftr" idx="146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PlaceHolder 6"/>
          <p:cNvSpPr>
            <a:spLocks noGrp="1"/>
          </p:cNvSpPr>
          <p:nvPr>
            <p:ph type="sldNum" idx="147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lnSpc>
                <a:spcPct val="100000"/>
              </a:lnSpc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BE9AED4-FBA7-4114-AAC8-1A7CE4071D17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&lt;numero&gt;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Segnaposto numero diapositiva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D9582F31-75A0-4757-A2F5-E88C41C1640E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11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Segnaposto numero diapositiva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04A22599-8305-43A8-8E35-A79BFA09190A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11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217440" y="812880"/>
            <a:ext cx="7124760" cy="400860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Segnaposto numero diapositiva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44C7269A-9C9E-4AD0-87AA-804D2F2B7DEB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11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Segnaposto numero diapositiva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24595B49-295A-43AD-8408-EE3D9D89226C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11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egnaposto numero diapositiva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F9E6C0C3-7129-4B42-970B-89E7150D3B2E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11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Segnaposto numero diapositiva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E32E5369-95AE-48CA-9A8C-EC83F7413291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11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Segnaposto numero diapositiva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E8C8E7BD-062D-4D8F-870E-0D0B12AC9096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11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egnaposto numero diapositiva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6BEF0CFB-9E4F-48C6-BAE4-DD4C3177189C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11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Segnaposto numero diapositiva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93821B70-3E38-4D80-B317-C987FEDC71FD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11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Segnaposto numero diapositiva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952A331D-CF96-4EE9-96A9-51FC3D6090C5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11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5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Segnaposto numero diapositiva 6"/>
          <p:cNvSpPr txBox="1"/>
          <p:nvPr/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algn="r">
              <a:lnSpc>
                <a:spcPct val="100000"/>
              </a:lnSpc>
            </a:pPr>
            <a:fld id="{32BB8871-DD4F-49AE-8333-26AE61AB8429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  <a:ea typeface="Segoe UI"/>
              </a:rPr>
              <a:t>11</a:t>
            </a:fld>
            <a:endParaRPr lang="it-IT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PlaceHolder 1"/>
          <p:cNvSpPr>
            <a:spLocks noGrp="1"/>
          </p:cNvSpPr>
          <p:nvPr>
            <p:ph type="sldImg"/>
          </p:nvPr>
        </p:nvSpPr>
        <p:spPr>
          <a:xfrm>
            <a:off x="0" y="81288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endParaRPr lang="it-IT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Tema-di-Offi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28560" y="1370160"/>
            <a:ext cx="788688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DF1D5934-70B6-4D73-9E6C-CAFC5833DF6A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77825F9-BD7C-4ED3-A07F-F0344A5A9739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1-title-Diapositiva-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43000" y="841320"/>
            <a:ext cx="6858000" cy="17924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 anchorCtr="1">
            <a:normAutofit fontScale="85000" lnSpcReduction="19999"/>
          </a:bodyPr>
          <a:lstStyle>
            <a:lvl1pPr indent="0" algn="ctr">
              <a:lnSpc>
                <a:spcPct val="90000"/>
              </a:lnSpc>
              <a:buNone/>
              <a:def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531A8B6C-1767-4C0D-A768-4518DC07937A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7B17313-8AEA-415A-9812-F73DAD607709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2-obj-Titolo-e-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title"/>
          </p:nvPr>
        </p:nvSpPr>
        <p:spPr>
          <a:xfrm>
            <a:off x="628560" y="1370160"/>
            <a:ext cx="788688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A198AEDC-CF54-4DD7-A828-9BC5A122E79D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711C938-1D59-4E18-B79D-AF260E73EFAD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3-secHead-Intestazione-sezio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623880" y="1282680"/>
            <a:ext cx="7886880" cy="21398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>
              <a:lnSpc>
                <a:spcPct val="90000"/>
              </a:lnSpc>
              <a:buNone/>
              <a:def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623880" y="3443400"/>
            <a:ext cx="7886880" cy="11253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F77385BE-FDA6-4620-B82E-B634A3C4DB04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3D479C96-5001-48B1-8C2B-B3C31C35FD9D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4-twoObj-Due-contenut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628560" y="1370160"/>
            <a:ext cx="386712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title"/>
          </p:nvPr>
        </p:nvSpPr>
        <p:spPr>
          <a:xfrm>
            <a:off x="4648320" y="1370160"/>
            <a:ext cx="386712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3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92ED5745-2816-41AF-B48F-6BBB86373B60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4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5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2F8444-04D1-4205-BE88-A2169CF318FE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5-twoTxTwoObj-Confro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303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630360" y="1260360"/>
            <a:ext cx="3868560" cy="6192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title"/>
          </p:nvPr>
        </p:nvSpPr>
        <p:spPr>
          <a:xfrm>
            <a:off x="630360" y="1879560"/>
            <a:ext cx="3868560" cy="2763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629240" y="1260360"/>
            <a:ext cx="3887640" cy="6192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def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</a:pPr>
            <a:r>
              <a: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title"/>
          </p:nvPr>
        </p:nvSpPr>
        <p:spPr>
          <a:xfrm>
            <a:off x="4629240" y="1879560"/>
            <a:ext cx="3887640" cy="2763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6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3425753F-4926-400B-ADAD-33FD6FAA069D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7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8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3F6BAD-EC60-4A5A-81C2-BF59F2D6414B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6-titleOnly-Solo-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0F3446F5-0EBA-4886-B81E-3D74D7FC5994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836F7B1-9A8B-4C74-BCBA-F3407C257D73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7-blank-Vuo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dt" idx="22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0F40AFA1-331B-44A5-BC02-D07A93CC6483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ftr" idx="23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sldNum" idx="24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255A3F4-F395-42F9-A79C-15407957992C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8-objTx-Contenuto-con-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30360" y="343080"/>
            <a:ext cx="2949480" cy="1200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77500" lnSpcReduction="19999"/>
          </a:bodyPr>
          <a:lstStyle>
            <a:lvl1pPr indent="0" algn="l">
              <a:lnSpc>
                <a:spcPct val="90000"/>
              </a:lnSpc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title"/>
          </p:nvPr>
        </p:nvSpPr>
        <p:spPr>
          <a:xfrm>
            <a:off x="3887640" y="741240"/>
            <a:ext cx="4629240" cy="36561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30360" y="1542960"/>
            <a:ext cx="2949480" cy="28605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2A28698D-AA90-47C9-A478-CE2CCD142BBD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AF788A4-3BF6-4AD4-BE6F-126D0994DD2A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9-picTx-Immagine-con-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30360" y="343080"/>
            <a:ext cx="2949480" cy="1200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77500" lnSpcReduction="19999"/>
          </a:bodyPr>
          <a:lstStyle>
            <a:lvl1pPr indent="0" algn="l">
              <a:lnSpc>
                <a:spcPct val="90000"/>
              </a:lnSpc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title"/>
          </p:nvPr>
        </p:nvSpPr>
        <p:spPr>
          <a:xfrm>
            <a:off x="3887640" y="741240"/>
            <a:ext cx="4629240" cy="36561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30360" y="1542960"/>
            <a:ext cx="2949480" cy="28605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D1901312-33C1-4A60-9D0B-0E2AA14F6CBA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744BDA3-5264-4E12-B52A-E0FA00C50BCE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10-vertTx-Titolo-e-testo-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28560" y="1370160"/>
            <a:ext cx="7886880" cy="3263760"/>
          </a:xfrm>
          <a:prstGeom prst="rect">
            <a:avLst/>
          </a:prstGeom>
          <a:noFill/>
          <a:ln w="12600">
            <a:noFill/>
          </a:ln>
        </p:spPr>
        <p:txBody>
          <a:bodyPr lIns="45720" tIns="91440" rIns="45720" bIns="91440" anchor="t" vert="eaVert">
            <a:normAutofit fontScale="400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3A5D36D0-8A0D-46BB-9B04-6F38CBB3BDFB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B64CBEE4-1E19-467F-9E55-EEA104CCD98B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1-Layout11-vertTitleAndTx-Titolo-e-testo-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543720" y="274680"/>
            <a:ext cx="1971720" cy="4359240"/>
          </a:xfrm>
          <a:prstGeom prst="rect">
            <a:avLst/>
          </a:prstGeom>
          <a:noFill/>
          <a:ln w="12600">
            <a:noFill/>
          </a:ln>
        </p:spPr>
        <p:txBody>
          <a:bodyPr lIns="45720" tIns="91440" rIns="45720" bIns="91440" anchor="t" anchorCtr="1" vert="eaVert">
            <a:normAutofit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28560" y="274680"/>
            <a:ext cx="5762520" cy="4359240"/>
          </a:xfrm>
          <a:prstGeom prst="rect">
            <a:avLst/>
          </a:prstGeom>
          <a:noFill/>
          <a:ln w="12600">
            <a:noFill/>
          </a:ln>
        </p:spPr>
        <p:txBody>
          <a:bodyPr lIns="45720" tIns="91440" rIns="45720" bIns="91440" anchor="t" vert="eaVert">
            <a:normAutofit fontScale="85000" lnSpcReduction="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34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5DBA9F27-E564-4B78-8657-81EA5D8D218D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35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36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B4D215D-CBF0-4804-ABC9-61FC65B11602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Tema-di-Offi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628560" y="1370160"/>
            <a:ext cx="788688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 type="dt" idx="37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4C6327CB-0865-4A80-8140-958D86250FFE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 type="ftr" idx="38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 type="sldNum" idx="39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5BE18D0-AAA4-4860-BF15-24307DA1F2CF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Layout1-title-Diapositiva-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43000" y="841320"/>
            <a:ext cx="6858000" cy="17924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 anchorCtr="1">
            <a:normAutofit fontScale="85000" lnSpcReduction="19999"/>
          </a:bodyPr>
          <a:lstStyle>
            <a:lvl1pPr indent="0" algn="ctr">
              <a:lnSpc>
                <a:spcPct val="90000"/>
              </a:lnSpc>
              <a:buNone/>
              <a:def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dt" idx="40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245477ED-B462-4107-A02C-47A4C481B851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ftr" idx="41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sldNum" idx="42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0848DB0-6593-49D4-B15E-9E129B20C477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Layout2-obj-Titolo-e-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title"/>
          </p:nvPr>
        </p:nvSpPr>
        <p:spPr>
          <a:xfrm>
            <a:off x="628560" y="1370160"/>
            <a:ext cx="788688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dt" idx="43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C3FBCD30-DF83-4267-B3A0-E48BD7FF63B6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ftr" idx="44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sldNum" idx="45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5FD3D76-BBF5-46D4-BFC8-82AE25357EF4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Layout3-secHead-Intestazione-sezio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PlaceHolder 1"/>
          <p:cNvSpPr>
            <a:spLocks noGrp="1"/>
          </p:cNvSpPr>
          <p:nvPr>
            <p:ph type="title"/>
          </p:nvPr>
        </p:nvSpPr>
        <p:spPr>
          <a:xfrm>
            <a:off x="623880" y="1282680"/>
            <a:ext cx="7886880" cy="21398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>
              <a:lnSpc>
                <a:spcPct val="90000"/>
              </a:lnSpc>
              <a:buNone/>
              <a:def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23880" y="3443400"/>
            <a:ext cx="7886880" cy="11253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dt" idx="46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700D4243-A24C-48B0-81C2-84568CCC9832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PlaceHolder 4"/>
          <p:cNvSpPr>
            <a:spLocks noGrp="1"/>
          </p:cNvSpPr>
          <p:nvPr>
            <p:ph type="ftr" idx="47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PlaceHolder 5"/>
          <p:cNvSpPr>
            <a:spLocks noGrp="1"/>
          </p:cNvSpPr>
          <p:nvPr>
            <p:ph type="sldNum" idx="48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571F595-03A8-40ED-B759-AFF670CF2F4F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Layout4-twoObj-Due-contenut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title"/>
          </p:nvPr>
        </p:nvSpPr>
        <p:spPr>
          <a:xfrm>
            <a:off x="628560" y="1370160"/>
            <a:ext cx="386712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title"/>
          </p:nvPr>
        </p:nvSpPr>
        <p:spPr>
          <a:xfrm>
            <a:off x="4648320" y="1370160"/>
            <a:ext cx="386712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4"/>
          <p:cNvSpPr>
            <a:spLocks noGrp="1"/>
          </p:cNvSpPr>
          <p:nvPr>
            <p:ph type="dt" idx="49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15F08F01-5B2C-463B-AB39-80D867D48D7F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PlaceHolder 5"/>
          <p:cNvSpPr>
            <a:spLocks noGrp="1"/>
          </p:cNvSpPr>
          <p:nvPr>
            <p:ph type="ftr" idx="50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PlaceHolder 6"/>
          <p:cNvSpPr>
            <a:spLocks noGrp="1"/>
          </p:cNvSpPr>
          <p:nvPr>
            <p:ph type="sldNum" idx="51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5D12E8B-FC5C-404F-8B6C-F39F4D0457E1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Layout5-twoTxTwoObj-Confro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303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630360" y="1260360"/>
            <a:ext cx="3868560" cy="6192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title"/>
          </p:nvPr>
        </p:nvSpPr>
        <p:spPr>
          <a:xfrm>
            <a:off x="630360" y="1879560"/>
            <a:ext cx="3868560" cy="2763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body"/>
          </p:nvPr>
        </p:nvSpPr>
        <p:spPr>
          <a:xfrm>
            <a:off x="4629240" y="1260360"/>
            <a:ext cx="3887640" cy="6192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def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</a:pPr>
            <a:r>
              <a: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5"/>
          <p:cNvSpPr>
            <a:spLocks noGrp="1"/>
          </p:cNvSpPr>
          <p:nvPr>
            <p:ph type="title"/>
          </p:nvPr>
        </p:nvSpPr>
        <p:spPr>
          <a:xfrm>
            <a:off x="4629240" y="1879560"/>
            <a:ext cx="3887640" cy="2763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6"/>
          <p:cNvSpPr>
            <a:spLocks noGrp="1"/>
          </p:cNvSpPr>
          <p:nvPr>
            <p:ph type="dt" idx="52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B8257C3F-0B68-4B43-A3DF-593828C31E2C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PlaceHolder 7"/>
          <p:cNvSpPr>
            <a:spLocks noGrp="1"/>
          </p:cNvSpPr>
          <p:nvPr>
            <p:ph type="ftr" idx="53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PlaceHolder 8"/>
          <p:cNvSpPr>
            <a:spLocks noGrp="1"/>
          </p:cNvSpPr>
          <p:nvPr>
            <p:ph type="sldNum" idx="54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FBCD85-027C-401E-811D-8AFD291FD136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Layout6-titleOnly-Solo-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dt" idx="55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885AEAF8-83C3-454C-86FB-25137B5B1FD6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ftr" idx="56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 type="sldNum" idx="57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368E054-97F9-4441-84AD-1B5DA25D0429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Layout7-blank-Vuo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dt" idx="58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A60DBED6-F289-4A2B-BF9E-D58DF0C40F14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ftr" idx="59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 type="sldNum" idx="60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F5B4CF-6762-4815-A003-CA58E9EF7AC6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Layout8-objTx-Contenuto-con-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630360" y="343080"/>
            <a:ext cx="2949480" cy="1200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77500" lnSpcReduction="19999"/>
          </a:bodyPr>
          <a:lstStyle>
            <a:lvl1pPr indent="0" algn="l">
              <a:lnSpc>
                <a:spcPct val="90000"/>
              </a:lnSpc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title"/>
          </p:nvPr>
        </p:nvSpPr>
        <p:spPr>
          <a:xfrm>
            <a:off x="3887640" y="741240"/>
            <a:ext cx="4629240" cy="36561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630360" y="1542960"/>
            <a:ext cx="2949480" cy="28605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dt" idx="61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609042C1-575F-4D6A-8EBE-4BCFCF5146FE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ftr" idx="62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sldNum" idx="63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E7B1853-3E8F-49A7-AF7D-EA523BD2CA72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Layout9-picTx-Immagine-con-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630360" y="343080"/>
            <a:ext cx="2949480" cy="1200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77500" lnSpcReduction="19999"/>
          </a:bodyPr>
          <a:lstStyle>
            <a:lvl1pPr indent="0" algn="l">
              <a:lnSpc>
                <a:spcPct val="90000"/>
              </a:lnSpc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title"/>
          </p:nvPr>
        </p:nvSpPr>
        <p:spPr>
          <a:xfrm>
            <a:off x="3887640" y="741240"/>
            <a:ext cx="4629240" cy="36561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30360" y="1542960"/>
            <a:ext cx="2949480" cy="28605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dt" idx="64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435322F0-82D6-458E-8A77-9CB981234DF0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ftr" idx="65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6"/>
          <p:cNvSpPr>
            <a:spLocks noGrp="1"/>
          </p:cNvSpPr>
          <p:nvPr>
            <p:ph type="sldNum" idx="66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D091638-4B1A-488D-B272-BF6CA1D83EC6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Layout10-vertTx-Titolo-e-testo-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2"/>
          <p:cNvSpPr>
            <a:spLocks noGrp="1"/>
          </p:cNvSpPr>
          <p:nvPr>
            <p:ph type="body"/>
          </p:nvPr>
        </p:nvSpPr>
        <p:spPr>
          <a:xfrm>
            <a:off x="628560" y="1370160"/>
            <a:ext cx="7886880" cy="3263760"/>
          </a:xfrm>
          <a:prstGeom prst="rect">
            <a:avLst/>
          </a:prstGeom>
          <a:noFill/>
          <a:ln w="12600">
            <a:noFill/>
          </a:ln>
        </p:spPr>
        <p:txBody>
          <a:bodyPr lIns="45720" tIns="91440" rIns="45720" bIns="91440" anchor="t" vert="eaVert">
            <a:normAutofit fontScale="400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PlaceHolder 3"/>
          <p:cNvSpPr>
            <a:spLocks noGrp="1"/>
          </p:cNvSpPr>
          <p:nvPr>
            <p:ph type="dt" idx="67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ABB668D3-42AE-4F3A-BA17-F3AC6FB89656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PlaceHolder 4"/>
          <p:cNvSpPr>
            <a:spLocks noGrp="1"/>
          </p:cNvSpPr>
          <p:nvPr>
            <p:ph type="ftr" idx="68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PlaceHolder 5"/>
          <p:cNvSpPr>
            <a:spLocks noGrp="1"/>
          </p:cNvSpPr>
          <p:nvPr>
            <p:ph type="sldNum" idx="69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75FA04-9F06-4248-B05C-DC0ED6F0A80B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2-Layout11-vertTitleAndTx-Titolo-e-testo-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543720" y="274680"/>
            <a:ext cx="1971720" cy="4359240"/>
          </a:xfrm>
          <a:prstGeom prst="rect">
            <a:avLst/>
          </a:prstGeom>
          <a:noFill/>
          <a:ln w="12600">
            <a:noFill/>
          </a:ln>
        </p:spPr>
        <p:txBody>
          <a:bodyPr lIns="45720" tIns="91440" rIns="45720" bIns="91440" anchor="t" anchorCtr="1" vert="eaVert">
            <a:normAutofit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28560" y="274680"/>
            <a:ext cx="5762520" cy="4359240"/>
          </a:xfrm>
          <a:prstGeom prst="rect">
            <a:avLst/>
          </a:prstGeom>
          <a:noFill/>
          <a:ln w="12600">
            <a:noFill/>
          </a:ln>
        </p:spPr>
        <p:txBody>
          <a:bodyPr lIns="45720" tIns="91440" rIns="45720" bIns="91440" anchor="t" vert="eaVert">
            <a:normAutofit fontScale="85000" lnSpcReduction="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dt" idx="70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E5EE66F8-F0F8-4C76-AA69-75512EA0DD12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 type="ftr" idx="71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PlaceHolder 5"/>
          <p:cNvSpPr>
            <a:spLocks noGrp="1"/>
          </p:cNvSpPr>
          <p:nvPr>
            <p:ph type="sldNum" idx="72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5E01CEB-B926-4F2B-8900-7D0D77555E22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Num" idx="73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F4CC77F-E40A-49D0-8648-90B041010F6B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33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432000" indent="-324000"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Layout1-title-Diapositiva-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1143000" y="841320"/>
            <a:ext cx="6858000" cy="17924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it-IT" sz="6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it-IT" sz="6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Fare clic per modificare lo stile del titolo dello schema</a:t>
            </a:r>
            <a:endParaRPr lang="it-IT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Num" idx="74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6717C7B-B9EB-467F-B220-BF838B758D94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Layout2-obj-Titolo-e-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title"/>
          </p:nvPr>
        </p:nvSpPr>
        <p:spPr>
          <a:xfrm>
            <a:off x="457200" y="1203480"/>
            <a:ext cx="8229240" cy="29833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>
            <a:lvl1pPr indent="0" algn="ctr">
              <a:lnSpc>
                <a:spcPct val="100000"/>
              </a:lnSpc>
              <a:spcBef>
                <a:spcPts val="1414"/>
              </a:spcBef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sldNum" idx="75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AF8D94A-C1CB-4377-8435-6EE7C623A08C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Layout3-secHead-Intestazione-sezio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23880" y="1282680"/>
            <a:ext cx="7886880" cy="21398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it-IT" sz="6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it-IT" sz="6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Fare clic per modificare lo stile del titolo dello schema</a:t>
            </a:r>
            <a:endParaRPr lang="it-IT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23880" y="3443400"/>
            <a:ext cx="7886880" cy="11253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0" u="none" strike="noStrike">
                <a:solidFill>
                  <a:srgbClr val="898989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marL="432000" indent="-324000"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898989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sldNum" idx="76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B7ADA48-5531-46B9-821B-4EDFCB2B0B5C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Layout4-twoObj-Due-contenut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 type="title"/>
          </p:nvPr>
        </p:nvSpPr>
        <p:spPr>
          <a:xfrm>
            <a:off x="457200" y="1203480"/>
            <a:ext cx="4038480" cy="29829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indent="0" algn="ctr">
              <a:lnSpc>
                <a:spcPct val="100000"/>
              </a:lnSpc>
              <a:spcBef>
                <a:spcPts val="1414"/>
              </a:spcBef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PlaceHolder 3"/>
          <p:cNvSpPr>
            <a:spLocks noGrp="1"/>
          </p:cNvSpPr>
          <p:nvPr>
            <p:ph type="title"/>
          </p:nvPr>
        </p:nvSpPr>
        <p:spPr>
          <a:xfrm>
            <a:off x="4648320" y="1203480"/>
            <a:ext cx="4038480" cy="29829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62500" lnSpcReduction="19999"/>
          </a:bodyPr>
          <a:lstStyle>
            <a:lvl1pPr indent="0" algn="ctr">
              <a:lnSpc>
                <a:spcPct val="100000"/>
              </a:lnSpc>
              <a:spcBef>
                <a:spcPts val="1414"/>
              </a:spcBef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4"/>
          <p:cNvSpPr>
            <a:spLocks noGrp="1"/>
          </p:cNvSpPr>
          <p:nvPr>
            <p:ph type="sldNum" idx="77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BE32E1D-3E40-4F75-A4F3-C1B00CABC7C9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Layout5-twoTxTwoObj-Confro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303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30360" y="1260360"/>
            <a:ext cx="3868560" cy="6192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marL="432000" indent="-324000"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title"/>
          </p:nvPr>
        </p:nvSpPr>
        <p:spPr>
          <a:xfrm>
            <a:off x="630360" y="1879560"/>
            <a:ext cx="3868560" cy="27637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indent="0" algn="ctr">
              <a:lnSpc>
                <a:spcPct val="100000"/>
              </a:lnSpc>
              <a:spcBef>
                <a:spcPts val="1414"/>
              </a:spcBef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4629240" y="1260360"/>
            <a:ext cx="3887640" cy="6192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>
            <a:normAutofit fontScale="92500" lnSpcReduction="9999"/>
          </a:bodyPr>
          <a:lstStyle>
            <a:lvl1pPr indent="0" algn="l">
              <a:lnSpc>
                <a:spcPct val="100000"/>
              </a:lnSpc>
              <a:spcBef>
                <a:spcPts val="1414"/>
              </a:spcBef>
              <a:defRPr lang="it-IT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l">
              <a:lnSpc>
                <a:spcPct val="100000"/>
              </a:lnSpc>
              <a:spcBef>
                <a:spcPts val="1414"/>
              </a:spcBef>
            </a:pPr>
            <a:r>
              <a:rPr lang="it-IT" sz="240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title"/>
          </p:nvPr>
        </p:nvSpPr>
        <p:spPr>
          <a:xfrm>
            <a:off x="4629240" y="1879560"/>
            <a:ext cx="3887640" cy="27637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fontScale="55000" lnSpcReduction="19999"/>
          </a:bodyPr>
          <a:lstStyle>
            <a:lvl1pPr indent="0" algn="ctr">
              <a:lnSpc>
                <a:spcPct val="100000"/>
              </a:lnSpc>
              <a:spcBef>
                <a:spcPts val="1414"/>
              </a:spcBef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6"/>
          <p:cNvSpPr>
            <a:spLocks noGrp="1"/>
          </p:cNvSpPr>
          <p:nvPr>
            <p:ph type="sldNum" idx="78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1677C58-9A73-42B6-A3FB-3DCB395F0C4C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Layout6-titleOnly-Solo-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79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5AA0283-B441-4C58-A0C0-508000FA0C83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Layout7-blank-Vuo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sldNum" idx="80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9C36568-DA94-432F-ACFF-3E4524C77ABB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Layout8-objTx-Contenuto-con-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630360" y="343080"/>
            <a:ext cx="2949480" cy="12002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Fare clic per modificare lo stile del titolo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title"/>
          </p:nvPr>
        </p:nvSpPr>
        <p:spPr>
          <a:xfrm>
            <a:off x="3887640" y="741240"/>
            <a:ext cx="4629240" cy="36561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>
            <a:lvl1pPr indent="0" algn="ctr">
              <a:lnSpc>
                <a:spcPct val="100000"/>
              </a:lnSpc>
              <a:spcBef>
                <a:spcPts val="1414"/>
              </a:spcBef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414"/>
              </a:spcBef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body"/>
          </p:nvPr>
        </p:nvSpPr>
        <p:spPr>
          <a:xfrm>
            <a:off x="630360" y="1542960"/>
            <a:ext cx="2949480" cy="2860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marL="432000" indent="-324000"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PlaceHolder 4"/>
          <p:cNvSpPr>
            <a:spLocks noGrp="1"/>
          </p:cNvSpPr>
          <p:nvPr>
            <p:ph type="sldNum" idx="81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ECE0439-3215-4823-8A76-283F777A38B0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Layout9-picTx-Immagine-con-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title"/>
          </p:nvPr>
        </p:nvSpPr>
        <p:spPr>
          <a:xfrm>
            <a:off x="630360" y="343080"/>
            <a:ext cx="2949480" cy="120024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b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Fare clic per modificare lo stile del titolo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2"/>
          <p:cNvSpPr>
            <a:spLocks noGrp="1"/>
          </p:cNvSpPr>
          <p:nvPr>
            <p:ph type="title"/>
          </p:nvPr>
        </p:nvSpPr>
        <p:spPr>
          <a:xfrm>
            <a:off x="3887640" y="741240"/>
            <a:ext cx="4629240" cy="36561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3"/>
          <p:cNvSpPr>
            <a:spLocks noGrp="1"/>
          </p:cNvSpPr>
          <p:nvPr>
            <p:ph type="body"/>
          </p:nvPr>
        </p:nvSpPr>
        <p:spPr>
          <a:xfrm>
            <a:off x="630360" y="1542960"/>
            <a:ext cx="2949480" cy="286056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marL="432000" indent="-324000"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4"/>
          <p:cNvSpPr>
            <a:spLocks noGrp="1"/>
          </p:cNvSpPr>
          <p:nvPr>
            <p:ph type="sldNum" idx="82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8346FC6-1B00-4F78-B752-6B595426B7FB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Layout10-vertTx-Titolo-e-testo-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Autofit/>
          </a:bodyPr>
          <a:lstStyle>
            <a:lvl1pPr indent="0" algn="ctr">
              <a:lnSpc>
                <a:spcPct val="10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33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 vert="eaVert">
            <a:normAutofit fontScale="40000" lnSpcReduction="19999"/>
          </a:bodyPr>
          <a:lstStyle>
            <a:lvl1pPr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432000" indent="-324000"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 type="sldNum" idx="83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3CF4A574-02C7-495E-8C1E-5031F9F3C545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3-Layout11-vertTitleAndTx-Titolo-e-testo-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6629400" y="204840"/>
            <a:ext cx="2057400" cy="3981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 vert="eaVert">
            <a:noAutofit/>
          </a:bodyPr>
          <a:lstStyle>
            <a:lvl1pPr indent="0" algn="ctr">
              <a:lnSpc>
                <a:spcPct val="10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</a:lstStyle>
          <a:p>
            <a:pPr indent="0" algn="ctr">
              <a:lnSpc>
                <a:spcPct val="10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457200" y="204840"/>
            <a:ext cx="6019920" cy="3981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 vert="eaVert">
            <a:normAutofit fontScale="85000" lnSpcReduction="19999"/>
          </a:bodyPr>
          <a:lstStyle>
            <a:lvl1pPr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432000" indent="-324000" algn="l">
              <a:lnSpc>
                <a:spcPct val="10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3"/>
          <p:cNvSpPr>
            <a:spLocks noGrp="1"/>
          </p:cNvSpPr>
          <p:nvPr>
            <p:ph type="sldNum" idx="84"/>
          </p:nvPr>
        </p:nvSpPr>
        <p:spPr>
          <a:xfrm>
            <a:off x="8536320" y="4750200"/>
            <a:ext cx="547920" cy="3927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4314414D-B1FD-4DA6-94C0-08F70AD5D772}" type="slidenum">
              <a:rPr lang="it-ZZ" sz="1000" b="0" u="none" strike="noStrike">
                <a:solidFill>
                  <a:srgbClr val="595959"/>
                </a:solidFill>
                <a:effectLst/>
                <a:uFillTx/>
                <a:latin typeface="Lato"/>
                <a:ea typeface="Lato"/>
              </a:rPr>
              <a:t>&lt;numero&gt;</a:t>
            </a:fld>
            <a:endParaRPr lang="it-IT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Tema-di-Offi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628560" y="1370160"/>
            <a:ext cx="788688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PlaceHolder 3"/>
          <p:cNvSpPr>
            <a:spLocks noGrp="1"/>
          </p:cNvSpPr>
          <p:nvPr>
            <p:ph type="dt" idx="85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D7E6C8B4-15A8-4464-8FBB-A8F9A11A3020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ftr" idx="86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PlaceHolder 5"/>
          <p:cNvSpPr>
            <a:spLocks noGrp="1"/>
          </p:cNvSpPr>
          <p:nvPr>
            <p:ph type="sldNum" idx="87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1A2BDA-4B12-48B9-8026-6AB115D1BE8F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Layout1-title-Diapositiva-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1143000" y="841320"/>
            <a:ext cx="6858000" cy="17924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 anchorCtr="1">
            <a:normAutofit fontScale="85000" lnSpcReduction="19999"/>
          </a:bodyPr>
          <a:lstStyle>
            <a:lvl1pPr indent="0" algn="ctr">
              <a:lnSpc>
                <a:spcPct val="90000"/>
              </a:lnSpc>
              <a:buNone/>
              <a:def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dt" idx="88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613D9264-D3BC-40FA-929A-2F85ED1C7185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PlaceHolder 3"/>
          <p:cNvSpPr>
            <a:spLocks noGrp="1"/>
          </p:cNvSpPr>
          <p:nvPr>
            <p:ph type="ftr" idx="89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PlaceHolder 4"/>
          <p:cNvSpPr>
            <a:spLocks noGrp="1"/>
          </p:cNvSpPr>
          <p:nvPr>
            <p:ph type="sldNum" idx="90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32C4099-E38E-462E-BC4D-5AFAF0AA0169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Layout2-obj-Titolo-e-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628560" y="1370160"/>
            <a:ext cx="788688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dt" idx="91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31B699C7-ADCC-4C7D-9972-75E52C5F2A73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PlaceHolder 4"/>
          <p:cNvSpPr>
            <a:spLocks noGrp="1"/>
          </p:cNvSpPr>
          <p:nvPr>
            <p:ph type="ftr" idx="92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5"/>
          <p:cNvSpPr>
            <a:spLocks noGrp="1"/>
          </p:cNvSpPr>
          <p:nvPr>
            <p:ph type="sldNum" idx="93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E105EA1-B9F0-48A5-95EA-B68F8AC2B97F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Layout3-secHead-Intestazione-sezio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623880" y="1282680"/>
            <a:ext cx="7886880" cy="21398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>
              <a:lnSpc>
                <a:spcPct val="90000"/>
              </a:lnSpc>
              <a:buNone/>
              <a:def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23880" y="3443400"/>
            <a:ext cx="7886880" cy="11253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dt" idx="94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8C992DA4-C504-4849-B869-459870E33636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ftr" idx="95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PlaceHolder 5"/>
          <p:cNvSpPr>
            <a:spLocks noGrp="1"/>
          </p:cNvSpPr>
          <p:nvPr>
            <p:ph type="sldNum" idx="96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2729AB-BBA1-4797-9071-38E1EFEBC07E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Layout4-twoObj-Due-contenut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PlaceHolder 2"/>
          <p:cNvSpPr>
            <a:spLocks noGrp="1"/>
          </p:cNvSpPr>
          <p:nvPr>
            <p:ph type="title"/>
          </p:nvPr>
        </p:nvSpPr>
        <p:spPr>
          <a:xfrm>
            <a:off x="628560" y="1370160"/>
            <a:ext cx="386712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PlaceHolder 3"/>
          <p:cNvSpPr>
            <a:spLocks noGrp="1"/>
          </p:cNvSpPr>
          <p:nvPr>
            <p:ph type="title"/>
          </p:nvPr>
        </p:nvSpPr>
        <p:spPr>
          <a:xfrm>
            <a:off x="4648320" y="1370160"/>
            <a:ext cx="386712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4"/>
          <p:cNvSpPr>
            <a:spLocks noGrp="1"/>
          </p:cNvSpPr>
          <p:nvPr>
            <p:ph type="dt" idx="97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C9B9EC85-623B-45E4-B674-AE00FAEB1DB3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PlaceHolder 5"/>
          <p:cNvSpPr>
            <a:spLocks noGrp="1"/>
          </p:cNvSpPr>
          <p:nvPr>
            <p:ph type="ftr" idx="98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PlaceHolder 6"/>
          <p:cNvSpPr>
            <a:spLocks noGrp="1"/>
          </p:cNvSpPr>
          <p:nvPr>
            <p:ph type="sldNum" idx="99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F50C7B6-C61D-471A-9B5D-4EA56D81F265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Layout5-twoTxTwoObj-Confro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6303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body"/>
          </p:nvPr>
        </p:nvSpPr>
        <p:spPr>
          <a:xfrm>
            <a:off x="630360" y="1260360"/>
            <a:ext cx="3868560" cy="6192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PlaceHolder 3"/>
          <p:cNvSpPr>
            <a:spLocks noGrp="1"/>
          </p:cNvSpPr>
          <p:nvPr>
            <p:ph type="title"/>
          </p:nvPr>
        </p:nvSpPr>
        <p:spPr>
          <a:xfrm>
            <a:off x="630360" y="1879560"/>
            <a:ext cx="3868560" cy="2763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4"/>
          <p:cNvSpPr>
            <a:spLocks noGrp="1"/>
          </p:cNvSpPr>
          <p:nvPr>
            <p:ph type="body"/>
          </p:nvPr>
        </p:nvSpPr>
        <p:spPr>
          <a:xfrm>
            <a:off x="4629240" y="1260360"/>
            <a:ext cx="3887640" cy="6192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def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</a:pPr>
            <a:r>
              <a: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PlaceHolder 5"/>
          <p:cNvSpPr>
            <a:spLocks noGrp="1"/>
          </p:cNvSpPr>
          <p:nvPr>
            <p:ph type="title"/>
          </p:nvPr>
        </p:nvSpPr>
        <p:spPr>
          <a:xfrm>
            <a:off x="4629240" y="1879560"/>
            <a:ext cx="3887640" cy="2763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PlaceHolder 6"/>
          <p:cNvSpPr>
            <a:spLocks noGrp="1"/>
          </p:cNvSpPr>
          <p:nvPr>
            <p:ph type="dt" idx="100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8D70CD33-C93E-4E6B-BE57-BA4184C5FA9C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PlaceHolder 7"/>
          <p:cNvSpPr>
            <a:spLocks noGrp="1"/>
          </p:cNvSpPr>
          <p:nvPr>
            <p:ph type="ftr" idx="101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8"/>
          <p:cNvSpPr>
            <a:spLocks noGrp="1"/>
          </p:cNvSpPr>
          <p:nvPr>
            <p:ph type="sldNum" idx="102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57E276-0844-4C08-813C-97D91C4F2D40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Layout6-titleOnly-Solo-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 type="dt" idx="103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1230EE5F-7685-42A2-A0D8-318B4FB0F301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PlaceHolder 3"/>
          <p:cNvSpPr>
            <a:spLocks noGrp="1"/>
          </p:cNvSpPr>
          <p:nvPr>
            <p:ph type="ftr" idx="104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PlaceHolder 4"/>
          <p:cNvSpPr>
            <a:spLocks noGrp="1"/>
          </p:cNvSpPr>
          <p:nvPr>
            <p:ph type="sldNum" idx="105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D6D5EADA-512E-40FD-A93C-A3F7DF1792D9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Layout7-blank-Vuo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PlaceHolder 1"/>
          <p:cNvSpPr>
            <a:spLocks noGrp="1"/>
          </p:cNvSpPr>
          <p:nvPr>
            <p:ph type="dt" idx="106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BFE15B9F-0137-4CF0-BCBF-32B91DB3A76F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PlaceHolder 2"/>
          <p:cNvSpPr>
            <a:spLocks noGrp="1"/>
          </p:cNvSpPr>
          <p:nvPr>
            <p:ph type="ftr" idx="107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PlaceHolder 3"/>
          <p:cNvSpPr>
            <a:spLocks noGrp="1"/>
          </p:cNvSpPr>
          <p:nvPr>
            <p:ph type="sldNum" idx="108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7E5EE12-EE0F-436C-AC7D-F31D72ADEC37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Layout8-objTx-Contenuto-con-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630360" y="343080"/>
            <a:ext cx="2949480" cy="1200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77500" lnSpcReduction="19999"/>
          </a:bodyPr>
          <a:lstStyle>
            <a:lvl1pPr indent="0" algn="l">
              <a:lnSpc>
                <a:spcPct val="90000"/>
              </a:lnSpc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PlaceHolder 2"/>
          <p:cNvSpPr>
            <a:spLocks noGrp="1"/>
          </p:cNvSpPr>
          <p:nvPr>
            <p:ph type="title"/>
          </p:nvPr>
        </p:nvSpPr>
        <p:spPr>
          <a:xfrm>
            <a:off x="3887640" y="741240"/>
            <a:ext cx="4629240" cy="36561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PlaceHolder 3"/>
          <p:cNvSpPr>
            <a:spLocks noGrp="1"/>
          </p:cNvSpPr>
          <p:nvPr>
            <p:ph type="body"/>
          </p:nvPr>
        </p:nvSpPr>
        <p:spPr>
          <a:xfrm>
            <a:off x="630360" y="1542960"/>
            <a:ext cx="2949480" cy="28605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PlaceHolder 4"/>
          <p:cNvSpPr>
            <a:spLocks noGrp="1"/>
          </p:cNvSpPr>
          <p:nvPr>
            <p:ph type="dt" idx="109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6E78AE9C-4306-446E-86F6-85AA24A1E73C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PlaceHolder 5"/>
          <p:cNvSpPr>
            <a:spLocks noGrp="1"/>
          </p:cNvSpPr>
          <p:nvPr>
            <p:ph type="ftr" idx="110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PlaceHolder 6"/>
          <p:cNvSpPr>
            <a:spLocks noGrp="1"/>
          </p:cNvSpPr>
          <p:nvPr>
            <p:ph type="sldNum" idx="111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202C5FF-32FB-4DE1-B741-E9ABCCBE0666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Layout9-picTx-Immagine-con-didascali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PlaceHolder 1"/>
          <p:cNvSpPr>
            <a:spLocks noGrp="1"/>
          </p:cNvSpPr>
          <p:nvPr>
            <p:ph type="title"/>
          </p:nvPr>
        </p:nvSpPr>
        <p:spPr>
          <a:xfrm>
            <a:off x="630360" y="343080"/>
            <a:ext cx="2949480" cy="12002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77500" lnSpcReduction="19999"/>
          </a:bodyPr>
          <a:lstStyle>
            <a:lvl1pPr indent="0" algn="l">
              <a:lnSpc>
                <a:spcPct val="90000"/>
              </a:lnSpc>
              <a:buNone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2"/>
          <p:cNvSpPr>
            <a:spLocks noGrp="1"/>
          </p:cNvSpPr>
          <p:nvPr>
            <p:ph type="title"/>
          </p:nvPr>
        </p:nvSpPr>
        <p:spPr>
          <a:xfrm>
            <a:off x="3887640" y="741240"/>
            <a:ext cx="4629240" cy="36561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PlaceHolder 3"/>
          <p:cNvSpPr>
            <a:spLocks noGrp="1"/>
          </p:cNvSpPr>
          <p:nvPr>
            <p:ph type="body"/>
          </p:nvPr>
        </p:nvSpPr>
        <p:spPr>
          <a:xfrm>
            <a:off x="630360" y="1542960"/>
            <a:ext cx="2949480" cy="28605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PlaceHolder 4"/>
          <p:cNvSpPr>
            <a:spLocks noGrp="1"/>
          </p:cNvSpPr>
          <p:nvPr>
            <p:ph type="dt" idx="112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48750692-3AB0-4F61-9066-D62016D30D09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PlaceHolder 5"/>
          <p:cNvSpPr>
            <a:spLocks noGrp="1"/>
          </p:cNvSpPr>
          <p:nvPr>
            <p:ph type="ftr" idx="113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PlaceHolder 6"/>
          <p:cNvSpPr>
            <a:spLocks noGrp="1"/>
          </p:cNvSpPr>
          <p:nvPr>
            <p:ph type="sldNum" idx="114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CC778DB-E386-4718-9600-8F2943114520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Layout10-vertTx-Titolo-e-testo-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 type="body"/>
          </p:nvPr>
        </p:nvSpPr>
        <p:spPr>
          <a:xfrm>
            <a:off x="628560" y="1370160"/>
            <a:ext cx="7886880" cy="3263760"/>
          </a:xfrm>
          <a:prstGeom prst="rect">
            <a:avLst/>
          </a:prstGeom>
          <a:noFill/>
          <a:ln w="12600">
            <a:noFill/>
          </a:ln>
        </p:spPr>
        <p:txBody>
          <a:bodyPr lIns="45720" tIns="91440" rIns="45720" bIns="91440" anchor="t" vert="eaVert">
            <a:normAutofit fontScale="400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PlaceHolder 3"/>
          <p:cNvSpPr>
            <a:spLocks noGrp="1"/>
          </p:cNvSpPr>
          <p:nvPr>
            <p:ph type="dt" idx="115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11DE52E2-2C95-4E36-96E3-4E7EDAC97DC6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PlaceHolder 4"/>
          <p:cNvSpPr>
            <a:spLocks noGrp="1"/>
          </p:cNvSpPr>
          <p:nvPr>
            <p:ph type="ftr" idx="116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PlaceHolder 5"/>
          <p:cNvSpPr>
            <a:spLocks noGrp="1"/>
          </p:cNvSpPr>
          <p:nvPr>
            <p:ph type="sldNum" idx="117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3334CED-6530-485F-A4FD-66BE7E66049D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4-Layout11-vertTitleAndTx-Titolo-e-testo-vertica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title"/>
          </p:nvPr>
        </p:nvSpPr>
        <p:spPr>
          <a:xfrm>
            <a:off x="6543720" y="274680"/>
            <a:ext cx="1971720" cy="4359240"/>
          </a:xfrm>
          <a:prstGeom prst="rect">
            <a:avLst/>
          </a:prstGeom>
          <a:noFill/>
          <a:ln w="12600">
            <a:noFill/>
          </a:ln>
        </p:spPr>
        <p:txBody>
          <a:bodyPr lIns="45720" tIns="91440" rIns="45720" bIns="91440" anchor="t" anchorCtr="1" vert="eaVert">
            <a:normAutofit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28560" y="274680"/>
            <a:ext cx="5762520" cy="4359240"/>
          </a:xfrm>
          <a:prstGeom prst="rect">
            <a:avLst/>
          </a:prstGeom>
          <a:noFill/>
          <a:ln w="12600">
            <a:noFill/>
          </a:ln>
        </p:spPr>
        <p:txBody>
          <a:bodyPr lIns="45720" tIns="91440" rIns="45720" bIns="91440" anchor="t" vert="eaVert">
            <a:normAutofit fontScale="85000" lnSpcReduction="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dt" idx="118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10930345-9BA6-4C79-B7AC-0C9E567AE027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PlaceHolder 4"/>
          <p:cNvSpPr>
            <a:spLocks noGrp="1"/>
          </p:cNvSpPr>
          <p:nvPr>
            <p:ph type="ftr" idx="119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PlaceHolder 5"/>
          <p:cNvSpPr>
            <a:spLocks noGrp="1"/>
          </p:cNvSpPr>
          <p:nvPr>
            <p:ph type="sldNum" idx="120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6E83D13-1E7B-499A-A5B4-0588AB99DCD9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5-Tema-di-Offic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28560" y="1370160"/>
            <a:ext cx="788688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dt" idx="121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4188FBE3-CC81-40B5-B06F-4A14EB8B8943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ftr" idx="122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sldNum" idx="123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CC9ECFF-792B-4025-B488-D50AB8DE94FC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5-Layout1-title-Diapositiva-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title"/>
          </p:nvPr>
        </p:nvSpPr>
        <p:spPr>
          <a:xfrm>
            <a:off x="1143000" y="841320"/>
            <a:ext cx="6858000" cy="17924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 anchorCtr="1">
            <a:normAutofit fontScale="85000" lnSpcReduction="19999"/>
          </a:bodyPr>
          <a:lstStyle>
            <a:lvl1pPr indent="0" algn="ctr">
              <a:lnSpc>
                <a:spcPct val="90000"/>
              </a:lnSpc>
              <a:buNone/>
              <a:def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ctr">
              <a:lnSpc>
                <a:spcPct val="90000"/>
              </a:lnSpc>
              <a:buNone/>
            </a:pPr>
            <a:r>
              <a: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2"/>
          <p:cNvSpPr>
            <a:spLocks noGrp="1"/>
          </p:cNvSpPr>
          <p:nvPr>
            <p:ph type="dt" idx="124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DBD5B5FC-DA33-44C2-9048-D1D400AB47F5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ftr" idx="125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PlaceHolder 4"/>
          <p:cNvSpPr>
            <a:spLocks noGrp="1"/>
          </p:cNvSpPr>
          <p:nvPr>
            <p:ph type="sldNum" idx="126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C9DBF77B-9AA2-4EFF-92B9-4DF6B082A1D0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5-Layout2-obj-Titolo-e-contenu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title"/>
          </p:nvPr>
        </p:nvSpPr>
        <p:spPr>
          <a:xfrm>
            <a:off x="628560" y="1370160"/>
            <a:ext cx="788688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dt" idx="127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9B06D2B2-D301-4084-840B-C1A2BD0754A0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PlaceHolder 4"/>
          <p:cNvSpPr>
            <a:spLocks noGrp="1"/>
          </p:cNvSpPr>
          <p:nvPr>
            <p:ph type="ftr" idx="128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PlaceHolder 5"/>
          <p:cNvSpPr>
            <a:spLocks noGrp="1"/>
          </p:cNvSpPr>
          <p:nvPr>
            <p:ph type="sldNum" idx="129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037C0A7-B241-48E2-8634-E5D56939041C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5-Layout3-secHead-Intestazione-sezio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title"/>
          </p:nvPr>
        </p:nvSpPr>
        <p:spPr>
          <a:xfrm>
            <a:off x="623880" y="1282680"/>
            <a:ext cx="7886880" cy="213984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>
              <a:lnSpc>
                <a:spcPct val="90000"/>
              </a:lnSpc>
              <a:buNone/>
              <a:def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60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6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23880" y="3443400"/>
            <a:ext cx="7886880" cy="11253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dt" idx="130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9C1327B5-447A-484E-BA67-EE7DE469B3F6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PlaceHolder 4"/>
          <p:cNvSpPr>
            <a:spLocks noGrp="1"/>
          </p:cNvSpPr>
          <p:nvPr>
            <p:ph type="ftr" idx="131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PlaceHolder 5"/>
          <p:cNvSpPr>
            <a:spLocks noGrp="1"/>
          </p:cNvSpPr>
          <p:nvPr>
            <p:ph type="sldNum" idx="132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7F0325-6628-4082-91B2-A6155FE4987A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5-Layout4-twoObj-Due-contenut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2"/>
          <p:cNvSpPr>
            <a:spLocks noGrp="1"/>
          </p:cNvSpPr>
          <p:nvPr>
            <p:ph type="title"/>
          </p:nvPr>
        </p:nvSpPr>
        <p:spPr>
          <a:xfrm>
            <a:off x="628560" y="1370160"/>
            <a:ext cx="386712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PlaceHolder 3"/>
          <p:cNvSpPr>
            <a:spLocks noGrp="1"/>
          </p:cNvSpPr>
          <p:nvPr>
            <p:ph type="title"/>
          </p:nvPr>
        </p:nvSpPr>
        <p:spPr>
          <a:xfrm>
            <a:off x="4648320" y="1370160"/>
            <a:ext cx="3867120" cy="326376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625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PlaceHolder 4"/>
          <p:cNvSpPr>
            <a:spLocks noGrp="1"/>
          </p:cNvSpPr>
          <p:nvPr>
            <p:ph type="dt" idx="133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145E8C66-AA5E-4B16-B93E-CB0DDA4B3742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PlaceHolder 5"/>
          <p:cNvSpPr>
            <a:spLocks noGrp="1"/>
          </p:cNvSpPr>
          <p:nvPr>
            <p:ph type="ftr" idx="134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PlaceHolder 6"/>
          <p:cNvSpPr>
            <a:spLocks noGrp="1"/>
          </p:cNvSpPr>
          <p:nvPr>
            <p:ph type="sldNum" idx="135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53618676-0586-4B99-8905-8E0604D25E1B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5-Layout5-twoTxTwoObj-Confront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/>
          </p:cNvSpPr>
          <p:nvPr>
            <p:ph type="title"/>
          </p:nvPr>
        </p:nvSpPr>
        <p:spPr>
          <a:xfrm>
            <a:off x="6303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PlaceHolder 2"/>
          <p:cNvSpPr>
            <a:spLocks noGrp="1"/>
          </p:cNvSpPr>
          <p:nvPr>
            <p:ph type="body"/>
          </p:nvPr>
        </p:nvSpPr>
        <p:spPr>
          <a:xfrm>
            <a:off x="630360" y="1260360"/>
            <a:ext cx="3868560" cy="6192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432000" indent="-3240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PlaceHolder 3"/>
          <p:cNvSpPr>
            <a:spLocks noGrp="1"/>
          </p:cNvSpPr>
          <p:nvPr>
            <p:ph type="title"/>
          </p:nvPr>
        </p:nvSpPr>
        <p:spPr>
          <a:xfrm>
            <a:off x="630360" y="1879560"/>
            <a:ext cx="3868560" cy="2763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PlaceHolder 4"/>
          <p:cNvSpPr>
            <a:spLocks noGrp="1"/>
          </p:cNvSpPr>
          <p:nvPr>
            <p:ph type="body"/>
          </p:nvPr>
        </p:nvSpPr>
        <p:spPr>
          <a:xfrm>
            <a:off x="4629240" y="1260360"/>
            <a:ext cx="3887640" cy="6192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b">
            <a:normAutofit fontScale="85000" lnSpcReduction="9999"/>
          </a:bodyPr>
          <a:lstStyle>
            <a:lvl1pPr indent="0" algn="l">
              <a:lnSpc>
                <a:spcPct val="90000"/>
              </a:lnSpc>
              <a:spcBef>
                <a:spcPts val="1001"/>
              </a:spcBef>
              <a:def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90000"/>
              </a:lnSpc>
              <a:spcBef>
                <a:spcPts val="1001"/>
              </a:spcBef>
            </a:pPr>
            <a:r>
              <a:rPr lang="it-IT" sz="24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5"/>
          <p:cNvSpPr>
            <a:spLocks noGrp="1"/>
          </p:cNvSpPr>
          <p:nvPr>
            <p:ph type="title"/>
          </p:nvPr>
        </p:nvSpPr>
        <p:spPr>
          <a:xfrm>
            <a:off x="4629240" y="1879560"/>
            <a:ext cx="3887640" cy="276372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marL="228600" indent="-228600" algn="l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Modifica gli stili del testo dello schema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Secondo livello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Terzo livello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Quarto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algn="l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Quinto livello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PlaceHolder 6"/>
          <p:cNvSpPr>
            <a:spLocks noGrp="1"/>
          </p:cNvSpPr>
          <p:nvPr>
            <p:ph type="dt" idx="136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F5996CC4-5879-47F2-BA42-F0BE9869EB9A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PlaceHolder 7"/>
          <p:cNvSpPr>
            <a:spLocks noGrp="1"/>
          </p:cNvSpPr>
          <p:nvPr>
            <p:ph type="ftr" idx="137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PlaceHolder 8"/>
          <p:cNvSpPr>
            <a:spLocks noGrp="1"/>
          </p:cNvSpPr>
          <p:nvPr>
            <p:ph type="sldNum" idx="138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5E1BB62-9332-423B-B664-8298F2AD0524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5-Layout6-titleOnly-Solo-titol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title"/>
          </p:nvPr>
        </p:nvSpPr>
        <p:spPr>
          <a:xfrm>
            <a:off x="628560" y="274680"/>
            <a:ext cx="7886880" cy="99360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rmAutofit fontScale="85000" lnSpcReduction="19999"/>
          </a:bodyPr>
          <a:lstStyle>
            <a:lvl1pPr indent="0" algn="l">
              <a:lnSpc>
                <a:spcPct val="90000"/>
              </a:lnSpc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defRPr>
            </a:lvl1pPr>
          </a:lstStyle>
          <a:p>
            <a:pPr indent="0" algn="l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Calibri Light"/>
              </a:rPr>
              <a:t>Fare clic per modificare lo stile del titolo dello schema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2"/>
          <p:cNvSpPr>
            <a:spLocks noGrp="1"/>
          </p:cNvSpPr>
          <p:nvPr>
            <p:ph type="dt" idx="139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477E212D-2F5E-49D7-9745-B7464C890548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ftr" idx="140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PlaceHolder 4"/>
          <p:cNvSpPr>
            <a:spLocks noGrp="1"/>
          </p:cNvSpPr>
          <p:nvPr>
            <p:ph type="sldNum" idx="141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5079305-198A-4A06-910E-80308384154B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x" preserve="1">
  <p:cSld name="Master5-Layout7-blank-Vuot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dt" idx="142"/>
          </p:nvPr>
        </p:nvSpPr>
        <p:spPr>
          <a:xfrm>
            <a:off x="62856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lnSpc>
                <a:spcPct val="100000"/>
              </a:lnSpc>
              <a:buNone/>
            </a:pPr>
            <a:fld id="{CC532D04-AD36-4D19-93CE-EBCD3A98C5F2}" type="datetime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01/07/26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 type="ftr" idx="143"/>
          </p:nvPr>
        </p:nvSpPr>
        <p:spPr>
          <a:xfrm>
            <a:off x="3029040" y="4768920"/>
            <a:ext cx="308592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 anchorCtr="1">
            <a:noAutofit/>
          </a:bodyPr>
          <a:p>
            <a:pPr indent="0" algn="l">
              <a:buNone/>
            </a:pPr>
            <a:endParaRPr lang="it-IT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PlaceHolder 3"/>
          <p:cNvSpPr>
            <a:spLocks noGrp="1"/>
          </p:cNvSpPr>
          <p:nvPr>
            <p:ph type="sldNum" idx="144"/>
          </p:nvPr>
        </p:nvSpPr>
        <p:spPr>
          <a:xfrm>
            <a:off x="6458040" y="4768920"/>
            <a:ext cx="2057400" cy="272880"/>
          </a:xfrm>
          <a:prstGeom prst="rect">
            <a:avLst/>
          </a:prstGeom>
          <a:noFill/>
          <a:ln w="1260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def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D39DA47-235A-4FCA-892F-98850D894DED}" type="slidenum">
              <a:rPr lang="it-IT" sz="1200" b="0" u="none" strike="noStrike">
                <a:solidFill>
                  <a:srgbClr val="898989"/>
                </a:solidFill>
                <a:effectLst/>
                <a:uFillTx/>
                <a:latin typeface="Calibri"/>
              </a:rPr>
              <a:t>&lt;numero&gt;</a:t>
            </a:fld>
            <a:endParaRPr lang="it-IT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 titolo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PlaceHolder 5"/>
          <p:cNvSpPr>
            <a:spLocks noGrp="1"/>
          </p:cNvSpPr>
          <p:nvPr>
            <p:ph type="body"/>
          </p:nvPr>
        </p:nvSpPr>
        <p:spPr>
          <a:xfrm>
            <a:off x="457200" y="1203840"/>
            <a:ext cx="8229240" cy="298368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38.xml"/><Relationship Id="rId40" Type="http://schemas.openxmlformats.org/officeDocument/2006/relationships/slideLayout" Target="../slideLayouts/slideLayout39.xml"/><Relationship Id="rId41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1.xml"/><Relationship Id="rId43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43.xml"/><Relationship Id="rId45" Type="http://schemas.openxmlformats.org/officeDocument/2006/relationships/slideLayout" Target="../slideLayouts/slideLayout44.xml"/><Relationship Id="rId46" Type="http://schemas.openxmlformats.org/officeDocument/2006/relationships/slideLayout" Target="../slideLayouts/slideLayout45.xml"/><Relationship Id="rId47" Type="http://schemas.openxmlformats.org/officeDocument/2006/relationships/slideLayout" Target="../slideLayouts/slideLayout46.xml"/><Relationship Id="rId48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8.xml"/><Relationship Id="rId50" Type="http://schemas.openxmlformats.org/officeDocument/2006/relationships/slideLayout" Target="../slideLayouts/slideLayout49.xml"/><Relationship Id="rId51" Type="http://schemas.openxmlformats.org/officeDocument/2006/relationships/slideLayout" Target="../slideLayouts/slideLayout50.xml"/><Relationship Id="rId52" Type="http://schemas.openxmlformats.org/officeDocument/2006/relationships/slideLayout" Target="../slideLayouts/slideLayout51.xml"/><Relationship Id="rId53" Type="http://schemas.openxmlformats.org/officeDocument/2006/relationships/slideLayout" Target="../slideLayouts/slideLayout52.xml"/><Relationship Id="rId54" Type="http://schemas.openxmlformats.org/officeDocument/2006/relationships/slideLayout" Target="../slideLayouts/slideLayout53.xml"/><Relationship Id="rId55" Type="http://schemas.openxmlformats.org/officeDocument/2006/relationships/slideLayout" Target="../slideLayouts/slideLayout54.xml"/><Relationship Id="rId56" Type="http://schemas.openxmlformats.org/officeDocument/2006/relationships/slideLayout" Target="../slideLayouts/slideLayout55.xml"/><Relationship Id="rId57" Type="http://schemas.openxmlformats.org/officeDocument/2006/relationships/slideLayout" Target="../slideLayouts/slideLayout5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6.xml"/><Relationship Id="rId5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6.xml"/><Relationship Id="rId6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slideLayout" Target="../slideLayouts/slideLayout56.xml"/><Relationship Id="rId6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6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image" Target="../media/image15.jpeg"/><Relationship Id="rId7" Type="http://schemas.openxmlformats.org/officeDocument/2006/relationships/image" Target="../media/image16.jpeg"/><Relationship Id="rId8" Type="http://schemas.openxmlformats.org/officeDocument/2006/relationships/image" Target="../media/image17.jpeg"/><Relationship Id="rId9" Type="http://schemas.openxmlformats.org/officeDocument/2006/relationships/slideLayout" Target="../slideLayouts/slideLayout56.xml"/><Relationship Id="rId10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18.jpeg"/><Relationship Id="rId3" Type="http://schemas.openxmlformats.org/officeDocument/2006/relationships/image" Target="../media/image19.jpeg"/><Relationship Id="rId4" Type="http://schemas.openxmlformats.org/officeDocument/2006/relationships/image" Target="../media/image20.jpeg"/><Relationship Id="rId5" Type="http://schemas.openxmlformats.org/officeDocument/2006/relationships/slideLayout" Target="../slideLayouts/slideLayout56.xml"/><Relationship Id="rId6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1.jpeg"/><Relationship Id="rId3" Type="http://schemas.openxmlformats.org/officeDocument/2006/relationships/image" Target="../media/image22.jpeg"/><Relationship Id="rId4" Type="http://schemas.openxmlformats.org/officeDocument/2006/relationships/image" Target="../media/image23.jpeg"/><Relationship Id="rId5" Type="http://schemas.openxmlformats.org/officeDocument/2006/relationships/image" Target="../media/image24.jpeg"/><Relationship Id="rId6" Type="http://schemas.openxmlformats.org/officeDocument/2006/relationships/image" Target="../media/image25.jpeg"/><Relationship Id="rId7" Type="http://schemas.openxmlformats.org/officeDocument/2006/relationships/slideLayout" Target="../slideLayouts/slideLayout56.xml"/><Relationship Id="rId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56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56.xml"/><Relationship Id="rId5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2697840" y="250920"/>
            <a:ext cx="7687440" cy="166428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ZZ" sz="4200" b="1" u="none" strike="noStrike">
                <a:solidFill>
                  <a:srgbClr val="1A1A1A"/>
                </a:solidFill>
                <a:effectLst/>
                <a:uFillTx/>
                <a:latin typeface="Adobe Thai"/>
              </a:rPr>
              <a:t>DECAPSULATOR</a:t>
            </a:r>
            <a:endParaRPr lang="it-IT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subTitle"/>
          </p:nvPr>
        </p:nvSpPr>
        <p:spPr>
          <a:xfrm>
            <a:off x="2581200" y="4297320"/>
            <a:ext cx="7687440" cy="54036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ZZ" sz="1600" b="0" u="none" strike="noStrike">
                <a:solidFill>
                  <a:srgbClr val="595959"/>
                </a:solidFill>
                <a:effectLst/>
                <a:uFillTx/>
                <a:latin typeface="Lato"/>
              </a:rPr>
              <a:t>Automazione sostenibile per il riciclo del caffè</a:t>
            </a:r>
            <a:endParaRPr lang="it-IT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8" name=""/>
          <p:cNvPicPr/>
          <p:nvPr/>
        </p:nvPicPr>
        <p:blipFill>
          <a:blip r:embed="rId2"/>
          <a:stretch/>
        </p:blipFill>
        <p:spPr>
          <a:xfrm>
            <a:off x="6974280" y="-92880"/>
            <a:ext cx="2090520" cy="117612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279" name="Immagine 6"/>
          <p:cNvPicPr/>
          <p:nvPr/>
        </p:nvPicPr>
        <p:blipFill>
          <a:blip r:embed="rId3"/>
          <a:stretch/>
        </p:blipFill>
        <p:spPr>
          <a:xfrm>
            <a:off x="2674800" y="732960"/>
            <a:ext cx="4221360" cy="348444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title"/>
          </p:nvPr>
        </p:nvSpPr>
        <p:spPr>
          <a:xfrm>
            <a:off x="789120" y="855720"/>
            <a:ext cx="7688160" cy="6253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Il team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/>
          </p:nvPr>
        </p:nvSpPr>
        <p:spPr>
          <a:xfrm>
            <a:off x="360000" y="1980000"/>
            <a:ext cx="8326440" cy="2206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p>
            <a:pPr marL="228600" indent="-228600" algn="l">
              <a:lnSpc>
                <a:spcPct val="7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/>
              <a:buChar char="q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Pavanetto Riccardo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7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/>
              <a:buChar char="q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Pisan Alessio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7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/>
              <a:buChar char="q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Randazzo Manuel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7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/>
              <a:buChar char="q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Dorigo Federico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7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/>
              <a:buChar char="q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Poletti Christian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algn="l">
              <a:lnSpc>
                <a:spcPct val="70000"/>
              </a:lnSpc>
              <a:spcBef>
                <a:spcPts val="1414"/>
              </a:spcBef>
              <a:buClr>
                <a:srgbClr val="000000"/>
              </a:buClr>
              <a:buSzPct val="45000"/>
              <a:buFont typeface="Wingdings"/>
              <a:buChar char="q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Thanamcheril Arun James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160" cy="5346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Che cos’è Decapsulator ?</a:t>
            </a:r>
            <a:endParaRPr lang="it-IT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/>
          </p:nvPr>
        </p:nvSpPr>
        <p:spPr>
          <a:xfrm>
            <a:off x="180000" y="2059200"/>
            <a:ext cx="4731480" cy="22608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/>
          </a:bodyPr>
          <a:p>
            <a:pPr marL="380880" indent="0"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it-ZZ" sz="1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Decapsulator è un sistema automatico che separa   il caffè dalla capsula, permettendo il recupero del materiale plastico e il riciclo del caffè.</a:t>
            </a:r>
            <a:endParaRPr lang="it-IT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0" algn="just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it-IT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4" name=""/>
          <p:cNvPicPr/>
          <p:nvPr/>
        </p:nvPicPr>
        <p:blipFill>
          <a:blip r:embed="rId2"/>
          <a:stretch/>
        </p:blipFill>
        <p:spPr>
          <a:xfrm>
            <a:off x="5400360" y="2160000"/>
            <a:ext cx="3259800" cy="21744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285" name="Immagine 5"/>
          <p:cNvPicPr/>
          <p:nvPr/>
        </p:nvPicPr>
        <p:blipFill>
          <a:blip r:embed="rId3"/>
          <a:stretch/>
        </p:blipFill>
        <p:spPr>
          <a:xfrm>
            <a:off x="-239760" y="3247200"/>
            <a:ext cx="2475720" cy="204372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160" cy="5346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Perchè abbiamo scelto Decapsulator ?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r>
              <a:rPr lang="it-ZZ" sz="274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	</a:t>
            </a:r>
            <a:endParaRPr lang="it-IT" sz="27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PlaceHolder 2"/>
          <p:cNvSpPr>
            <a:spLocks noGrp="1"/>
          </p:cNvSpPr>
          <p:nvPr>
            <p:ph/>
          </p:nvPr>
        </p:nvSpPr>
        <p:spPr>
          <a:xfrm>
            <a:off x="0" y="2059560"/>
            <a:ext cx="5496120" cy="22608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/>
          </a:bodyPr>
          <a:p>
            <a:pPr marL="380880" indent="0"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it-ZZ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Abbiamo scelto di sviluppare Decapsulator perché le capsule di caffè sono un rifiuto molto diffuso e difficile da riciclare.</a:t>
            </a:r>
            <a:br>
              <a:rPr sz="1300"/>
            </a:br>
            <a:r>
              <a:rPr lang="it-ZZ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L’idea del progetto è quella di separare automaticamente il caffè dalla capsula, rendendo possibile il recupero dei materiali e il loro corretto smaltimento.</a:t>
            </a:r>
            <a:br>
              <a:rPr sz="1300"/>
            </a:br>
            <a:r>
              <a:rPr lang="it-ZZ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questo modo abbiamo potuto applicare l’automazione e la meccatronica a un problema reale, unendo tecnologia e sostenibilità.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80880" indent="0" algn="l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pos="0" algn="l"/>
              </a:tabLst>
            </a:pPr>
            <a:r>
              <a:rPr lang="it-IT" sz="13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8" name=""/>
          <p:cNvPicPr/>
          <p:nvPr/>
        </p:nvPicPr>
        <p:blipFill>
          <a:blip r:embed="rId2"/>
          <a:stretch/>
        </p:blipFill>
        <p:spPr>
          <a:xfrm>
            <a:off x="5940000" y="3119760"/>
            <a:ext cx="2880000" cy="19202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289" name=""/>
          <p:cNvPicPr/>
          <p:nvPr/>
        </p:nvPicPr>
        <p:blipFill>
          <a:blip r:embed="rId3"/>
          <a:stretch/>
        </p:blipFill>
        <p:spPr>
          <a:xfrm>
            <a:off x="0" y="3832920"/>
            <a:ext cx="1978560" cy="131148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290" name="Immagine 6"/>
          <p:cNvPicPr/>
          <p:nvPr/>
        </p:nvPicPr>
        <p:blipFill>
          <a:blip r:embed="rId4"/>
          <a:stretch/>
        </p:blipFill>
        <p:spPr>
          <a:xfrm>
            <a:off x="6561000" y="0"/>
            <a:ext cx="3084480" cy="254592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title"/>
          </p:nvPr>
        </p:nvSpPr>
        <p:spPr>
          <a:xfrm>
            <a:off x="729360" y="1318680"/>
            <a:ext cx="7688160" cy="5346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ZZ" sz="230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I nostri obiettivi…</a:t>
            </a:r>
            <a:endParaRPr lang="it-IT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/>
          </p:nvPr>
        </p:nvSpPr>
        <p:spPr>
          <a:xfrm>
            <a:off x="729360" y="2079000"/>
            <a:ext cx="7688160" cy="22608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/>
          </a:bodyPr>
          <a:p>
            <a:pPr marL="380880" indent="0" algn="just">
              <a:lnSpc>
                <a:spcPct val="115000"/>
              </a:lnSpc>
              <a:spcBef>
                <a:spcPts val="1199"/>
              </a:spcBef>
              <a:tabLst>
                <a:tab pos="0" algn="l"/>
              </a:tabLst>
            </a:pPr>
            <a:r>
              <a:rPr lang="it-ZZ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 nostri obiettivi si sono concentrati nel: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-ZZ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Realizzare un sistema automatico in grado di separare il caffè dalla capsula, riducendo l’intervento manuale dell’operatore.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-ZZ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Migliorare la sicurezza, rendere il processo più efficiente e permettere il recupero dei materiali per il riciclo.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pos="0" algn="l"/>
              </a:tabLst>
            </a:pPr>
            <a:r>
              <a:rPr lang="it-ZZ" sz="13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Allo stesso tempo, applicare le competenze di meccatronica e automazione a un problema reale e attuale.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3" name=""/>
          <p:cNvPicPr/>
          <p:nvPr/>
        </p:nvPicPr>
        <p:blipFill>
          <a:blip r:embed="rId2"/>
          <a:stretch/>
        </p:blipFill>
        <p:spPr>
          <a:xfrm>
            <a:off x="6700320" y="3842640"/>
            <a:ext cx="2443680" cy="130176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294" name=""/>
          <p:cNvPicPr/>
          <p:nvPr/>
        </p:nvPicPr>
        <p:blipFill>
          <a:blip r:embed="rId3"/>
          <a:stretch/>
        </p:blipFill>
        <p:spPr>
          <a:xfrm>
            <a:off x="3848760" y="698760"/>
            <a:ext cx="919080" cy="126576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295" name="Immagine 6"/>
          <p:cNvPicPr/>
          <p:nvPr/>
        </p:nvPicPr>
        <p:blipFill>
          <a:blip r:embed="rId4"/>
          <a:stretch/>
        </p:blipFill>
        <p:spPr>
          <a:xfrm>
            <a:off x="6408000" y="19800"/>
            <a:ext cx="2852640" cy="235476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729360" y="1267560"/>
            <a:ext cx="7688160" cy="534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lang="it-IT" sz="2440" b="1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RISULTATI E IMPATTO AMBIENTALE</a:t>
            </a:r>
            <a:endParaRPr lang="it-IT" sz="244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/>
          </p:nvPr>
        </p:nvSpPr>
        <p:spPr>
          <a:xfrm>
            <a:off x="540000" y="2059560"/>
            <a:ext cx="7877520" cy="22608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t">
            <a:normAutofit/>
          </a:bodyPr>
          <a:p>
            <a:pPr indent="0" algn="just">
              <a:lnSpc>
                <a:spcPct val="90000"/>
              </a:lnSpc>
              <a:spcBef>
                <a:spcPts val="1414"/>
              </a:spcBef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it-IT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Il progetto decapsulator per noi non è solo un progetto di meccatronica, ma una soluzione concreta   per ridurre l’impronta ecologica legata al consumo di caffè.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90000"/>
              </a:lnSpc>
              <a:spcBef>
                <a:spcPts val="1414"/>
              </a:spcBef>
            </a:pPr>
            <a:r>
              <a:rPr lang="it-IT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      </a:t>
            </a:r>
            <a:r>
              <a:rPr lang="it-IT" sz="26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-</a:t>
            </a:r>
            <a:r>
              <a:rPr lang="it-IT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Efficienza di recupero: separazione netta tra cialda e caffè, facilitando il riciclo domestico.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90000"/>
              </a:lnSpc>
              <a:spcBef>
                <a:spcPts val="1414"/>
              </a:spcBef>
            </a:pPr>
            <a:r>
              <a:rPr lang="it-IT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           </a:t>
            </a:r>
            <a:r>
              <a:rPr lang="it-IT" sz="22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-</a:t>
            </a:r>
            <a:r>
              <a:rPr lang="it-IT" sz="13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Automazione sostenibile: l’utilizzo di componenti a basso consumo e sistemi automizzati riduce                     l’errore umano e otimizza i tempi di smaltimento.</a:t>
            </a:r>
            <a:endParaRPr lang="it-IT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8" name=""/>
          <p:cNvPicPr/>
          <p:nvPr/>
        </p:nvPicPr>
        <p:blipFill>
          <a:blip r:embed="rId2"/>
          <a:stretch/>
        </p:blipFill>
        <p:spPr>
          <a:xfrm rot="600">
            <a:off x="7199640" y="3437640"/>
            <a:ext cx="1782360" cy="178236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299" name="Immagine 5"/>
          <p:cNvPicPr/>
          <p:nvPr/>
        </p:nvPicPr>
        <p:blipFill>
          <a:blip r:embed="rId3"/>
          <a:stretch/>
        </p:blipFill>
        <p:spPr>
          <a:xfrm>
            <a:off x="6943680" y="74520"/>
            <a:ext cx="2327040" cy="192096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PlaceHolder 1"/>
          <p:cNvSpPr>
            <a:spLocks noGrp="1"/>
          </p:cNvSpPr>
          <p:nvPr>
            <p:ph type="title"/>
          </p:nvPr>
        </p:nvSpPr>
        <p:spPr>
          <a:xfrm>
            <a:off x="2068920" y="684360"/>
            <a:ext cx="7688160" cy="5346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ZZ" sz="230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Primi processi del progetto</a:t>
            </a:r>
            <a:endParaRPr lang="it-IT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endParaRPr lang="it-IT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Google Shape;111;p17"/>
          <p:cNvPicPr/>
          <p:nvPr/>
        </p:nvPicPr>
        <p:blipFill>
          <a:blip r:embed="rId2"/>
          <a:stretch/>
        </p:blipFill>
        <p:spPr>
          <a:xfrm>
            <a:off x="248400" y="1414800"/>
            <a:ext cx="1328760" cy="177228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02" name="Google Shape;112;p17"/>
          <p:cNvPicPr/>
          <p:nvPr/>
        </p:nvPicPr>
        <p:blipFill>
          <a:blip r:embed="rId3"/>
          <a:stretch/>
        </p:blipFill>
        <p:spPr>
          <a:xfrm>
            <a:off x="1863360" y="1395360"/>
            <a:ext cx="1328760" cy="177228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03" name="Google Shape;113;p17"/>
          <p:cNvPicPr/>
          <p:nvPr/>
        </p:nvPicPr>
        <p:blipFill>
          <a:blip r:embed="rId4"/>
          <a:stretch/>
        </p:blipFill>
        <p:spPr>
          <a:xfrm rot="5400000">
            <a:off x="517320" y="2990520"/>
            <a:ext cx="1615680" cy="215388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04" name="Google Shape;114;p17"/>
          <p:cNvPicPr/>
          <p:nvPr/>
        </p:nvPicPr>
        <p:blipFill>
          <a:blip r:embed="rId5"/>
          <a:stretch/>
        </p:blipFill>
        <p:spPr>
          <a:xfrm>
            <a:off x="7786080" y="1371960"/>
            <a:ext cx="1124280" cy="365724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05" name="Google Shape;115;p17"/>
          <p:cNvPicPr/>
          <p:nvPr/>
        </p:nvPicPr>
        <p:blipFill>
          <a:blip r:embed="rId6"/>
          <a:stretch/>
        </p:blipFill>
        <p:spPr>
          <a:xfrm>
            <a:off x="3478320" y="1414800"/>
            <a:ext cx="1518480" cy="177228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06" name="Google Shape;116;p17"/>
          <p:cNvPicPr/>
          <p:nvPr/>
        </p:nvPicPr>
        <p:blipFill>
          <a:blip r:embed="rId7"/>
          <a:stretch/>
        </p:blipFill>
        <p:spPr>
          <a:xfrm rot="5400000">
            <a:off x="2987280" y="2911320"/>
            <a:ext cx="1734120" cy="231156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07" name="Google Shape;117;p17"/>
          <p:cNvPicPr/>
          <p:nvPr/>
        </p:nvPicPr>
        <p:blipFill>
          <a:blip r:embed="rId8"/>
          <a:stretch/>
        </p:blipFill>
        <p:spPr>
          <a:xfrm>
            <a:off x="5150160" y="1371960"/>
            <a:ext cx="2482920" cy="365724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title"/>
          </p:nvPr>
        </p:nvSpPr>
        <p:spPr>
          <a:xfrm>
            <a:off x="1719000" y="677520"/>
            <a:ext cx="7688160" cy="534600"/>
          </a:xfrm>
          <a:prstGeom prst="rect">
            <a:avLst/>
          </a:prstGeom>
          <a:noFill/>
          <a:ln w="12600">
            <a:noFill/>
          </a:ln>
        </p:spPr>
        <p:txBody>
          <a:bodyPr lIns="91440" tIns="91440" rIns="91440" bIns="91440" anchor="t">
            <a:norm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it-ZZ" sz="230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Disegni tecnici, progetti 3D e prototipi</a:t>
            </a:r>
            <a:endParaRPr lang="it-IT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9" name="Google Shape;123;p18"/>
          <p:cNvPicPr/>
          <p:nvPr/>
        </p:nvPicPr>
        <p:blipFill>
          <a:blip r:embed="rId2"/>
          <a:stretch/>
        </p:blipFill>
        <p:spPr>
          <a:xfrm>
            <a:off x="7153920" y="1363680"/>
            <a:ext cx="1664640" cy="357516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10" name="Google Shape;124;p18"/>
          <p:cNvPicPr/>
          <p:nvPr/>
        </p:nvPicPr>
        <p:blipFill>
          <a:blip r:embed="rId3"/>
          <a:stretch/>
        </p:blipFill>
        <p:spPr>
          <a:xfrm>
            <a:off x="124560" y="2059200"/>
            <a:ext cx="3069720" cy="218448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11" name="Google Shape;125;p18"/>
          <p:cNvPicPr/>
          <p:nvPr/>
        </p:nvPicPr>
        <p:blipFill>
          <a:blip r:embed="rId4"/>
          <a:stretch/>
        </p:blipFill>
        <p:spPr>
          <a:xfrm>
            <a:off x="3347280" y="1781280"/>
            <a:ext cx="3653280" cy="273996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PlaceHolder 1"/>
          <p:cNvSpPr>
            <a:spLocks noGrp="1"/>
          </p:cNvSpPr>
          <p:nvPr>
            <p:ph type="title"/>
          </p:nvPr>
        </p:nvSpPr>
        <p:spPr>
          <a:xfrm>
            <a:off x="771840" y="634680"/>
            <a:ext cx="7688160" cy="62532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lang="it-ZZ" sz="260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Parte</a:t>
            </a: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 </a:t>
            </a:r>
            <a:r>
              <a:rPr lang="it-ZZ" sz="2600" b="1" u="none" strike="noStrike">
                <a:solidFill>
                  <a:srgbClr val="1A1A1A"/>
                </a:solidFill>
                <a:effectLst/>
                <a:uFillTx/>
                <a:latin typeface="Raleway"/>
              </a:rPr>
              <a:t>Elettronica</a:t>
            </a:r>
            <a:endParaRPr lang="it-IT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"/>
          <p:cNvPicPr/>
          <p:nvPr/>
        </p:nvPicPr>
        <p:blipFill>
          <a:blip r:embed="rId2"/>
          <a:stretch/>
        </p:blipFill>
        <p:spPr>
          <a:xfrm rot="16200000">
            <a:off x="483120" y="2699280"/>
            <a:ext cx="1953360" cy="260532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14" name=""/>
          <p:cNvPicPr/>
          <p:nvPr/>
        </p:nvPicPr>
        <p:blipFill>
          <a:blip r:embed="rId3"/>
          <a:stretch/>
        </p:blipFill>
        <p:spPr>
          <a:xfrm>
            <a:off x="327960" y="1489680"/>
            <a:ext cx="2434680" cy="12600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15" name=""/>
          <p:cNvPicPr/>
          <p:nvPr/>
        </p:nvPicPr>
        <p:blipFill>
          <a:blip r:embed="rId4"/>
          <a:stretch/>
        </p:blipFill>
        <p:spPr>
          <a:xfrm>
            <a:off x="6325920" y="3194640"/>
            <a:ext cx="2399760" cy="180000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16" name=""/>
          <p:cNvPicPr/>
          <p:nvPr/>
        </p:nvPicPr>
        <p:blipFill>
          <a:blip r:embed="rId5"/>
          <a:stretch/>
        </p:blipFill>
        <p:spPr>
          <a:xfrm rot="5400600">
            <a:off x="3314880" y="1874880"/>
            <a:ext cx="1979640" cy="263916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17" name="Immagine 8"/>
          <p:cNvPicPr/>
          <p:nvPr/>
        </p:nvPicPr>
        <p:blipFill>
          <a:blip r:embed="rId6"/>
          <a:stretch/>
        </p:blipFill>
        <p:spPr>
          <a:xfrm rot="16200000">
            <a:off x="6625800" y="942840"/>
            <a:ext cx="1799640" cy="239976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720000" y="720000"/>
            <a:ext cx="7688160" cy="534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rmAutofit/>
          </a:bodyPr>
          <a:p>
            <a:pPr indent="0" algn="ctr">
              <a:lnSpc>
                <a:spcPct val="90000"/>
              </a:lnSpc>
              <a:buNone/>
            </a:pPr>
            <a:r>
              <a:rPr lang="it-IT" sz="2400" b="1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Nuove Indroduzioni…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9" name=""/>
          <p:cNvPicPr/>
          <p:nvPr/>
        </p:nvPicPr>
        <p:blipFill>
          <a:blip r:embed="rId2"/>
          <a:stretch/>
        </p:blipFill>
        <p:spPr>
          <a:xfrm>
            <a:off x="-180000" y="1300320"/>
            <a:ext cx="4743720" cy="355968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320" name="Figura a mano libera: forma 4"/>
          <p:cNvSpPr/>
          <p:nvPr/>
        </p:nvSpPr>
        <p:spPr>
          <a:xfrm>
            <a:off x="3240000" y="2700000"/>
            <a:ext cx="2520000" cy="1080000"/>
          </a:xfrm>
          <a:custGeom>
            <a:avLst/>
            <a:gdLst>
              <a:gd name="textAreaLeft" fmla="*/ 0 w 2520000"/>
              <a:gd name="textAreaRight" fmla="*/ 2205000 w 2520000"/>
              <a:gd name="textAreaTop" fmla="*/ 270000 h 1080000"/>
              <a:gd name="textAreaBottom" fmla="*/ 810000 h 1080000"/>
            </a:gdLst>
            <a:ahLst/>
            <a:cxnLst/>
            <a:rect l="textAreaLeft" t="textAreaTop" r="textAreaRight" b="textAreaBottom"/>
            <a:pathLst>
              <a:path w="21600" h="21600">
                <a:moveTo>
                  <a:pt x="0" y="5400"/>
                </a:moveTo>
                <a:lnTo>
                  <a:pt x="16200" y="5400"/>
                </a:lnTo>
                <a:lnTo>
                  <a:pt x="16200" y="0"/>
                </a:lnTo>
                <a:lnTo>
                  <a:pt x="21600" y="10800"/>
                </a:lnTo>
                <a:lnTo>
                  <a:pt x="16200" y="21600"/>
                </a:lnTo>
                <a:lnTo>
                  <a:pt x="16200" y="16200"/>
                </a:lnTo>
                <a:lnTo>
                  <a:pt x="0" y="16200"/>
                </a:lnTo>
                <a:close/>
              </a:path>
            </a:pathLst>
          </a:custGeom>
          <a:solidFill>
            <a:srgbClr val="127622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it-IT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21" name="Immagine 8"/>
          <p:cNvPicPr/>
          <p:nvPr/>
        </p:nvPicPr>
        <p:blipFill>
          <a:blip r:embed="rId3"/>
          <a:stretch/>
        </p:blipFill>
        <p:spPr>
          <a:xfrm>
            <a:off x="5488560" y="1336680"/>
            <a:ext cx="3773880" cy="3241800"/>
          </a:xfrm>
          <a:prstGeom prst="rect">
            <a:avLst/>
          </a:prstGeom>
          <a:noFill/>
          <a:ln w="12600">
            <a:noFill/>
          </a:ln>
        </p:spPr>
      </p:pic>
      <p:sp>
        <p:nvSpPr>
          <p:cNvPr id="322" name="Ovale 9"/>
          <p:cNvSpPr/>
          <p:nvPr/>
        </p:nvSpPr>
        <p:spPr>
          <a:xfrm>
            <a:off x="5829120" y="2361960"/>
            <a:ext cx="971640" cy="1185840"/>
          </a:xfrm>
          <a:custGeom>
            <a:avLst/>
            <a:gdLst>
              <a:gd name="textAreaLeft" fmla="*/ 142200 w 971640"/>
              <a:gd name="textAreaRight" fmla="*/ 829440 w 971640"/>
              <a:gd name="textAreaTop" fmla="*/ 173520 h 1185840"/>
              <a:gd name="textAreaBottom" fmla="*/ 1012320 h 1185840"/>
            </a:gdLst>
            <a:ahLst/>
            <a:cxnLst/>
            <a:rect l="textAreaLeft" t="textAreaTop" r="textAreaRight" b="textAreaBottom"/>
            <a:pathLst>
              <a:path w="21600" h="26360">
                <a:moveTo>
                  <a:pt x="0" y="13180"/>
                </a:moveTo>
                <a:lnTo>
                  <a:pt x="0" y="13180"/>
                </a:lnTo>
                <a:arcTo wR="0" hR="0" stAng="0" swAng="0"/>
                <a:lnTo>
                  <a:pt x="0" y="13180"/>
                </a:lnTo>
                <a:arcTo wR="10800" hR="13180" stAng="-10800000" swAng="21550000"/>
                <a:close/>
              </a:path>
            </a:pathLst>
          </a:custGeom>
          <a:noFill/>
          <a:ln w="12600">
            <a:solidFill>
              <a:srgbClr val="507E3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Ovale 10"/>
          <p:cNvSpPr/>
          <p:nvPr/>
        </p:nvSpPr>
        <p:spPr>
          <a:xfrm rot="1602000">
            <a:off x="6557760" y="2414520"/>
            <a:ext cx="971640" cy="607320"/>
          </a:xfrm>
          <a:custGeom>
            <a:avLst/>
            <a:gdLst>
              <a:gd name="textAreaLeft" fmla="*/ 142200 w 971640"/>
              <a:gd name="textAreaRight" fmla="*/ 829440 w 971640"/>
              <a:gd name="textAreaTop" fmla="*/ 88920 h 607320"/>
              <a:gd name="textAreaBottom" fmla="*/ 518400 h 607320"/>
            </a:gdLst>
            <a:ahLst/>
            <a:cxnLst/>
            <a:rect l="textAreaLeft" t="textAreaTop" r="textAreaRight" b="textAreaBottom"/>
            <a:pathLst>
              <a:path w="34550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7275" hR="10800" stAng="-10800000" swAng="21550000"/>
                <a:close/>
              </a:path>
            </a:pathLst>
          </a:custGeom>
          <a:noFill/>
          <a:ln w="12600">
            <a:solidFill>
              <a:srgbClr val="507E3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4" name="Ovale 11"/>
          <p:cNvSpPr/>
          <p:nvPr/>
        </p:nvSpPr>
        <p:spPr>
          <a:xfrm>
            <a:off x="7030800" y="2090160"/>
            <a:ext cx="594000" cy="542880"/>
          </a:xfrm>
          <a:custGeom>
            <a:avLst/>
            <a:gdLst>
              <a:gd name="textAreaLeft" fmla="*/ 86760 w 594000"/>
              <a:gd name="textAreaRight" fmla="*/ 507240 w 594000"/>
              <a:gd name="textAreaTop" fmla="*/ 79200 h 542880"/>
              <a:gd name="textAreaBottom" fmla="*/ 463680 h 542880"/>
            </a:gdLst>
            <a:ahLst/>
            <a:cxnLst/>
            <a:rect l="textAreaLeft" t="textAreaTop" r="textAreaRight" b="textAreaBottom"/>
            <a:pathLst>
              <a:path w="23633" h="21600">
                <a:moveTo>
                  <a:pt x="0" y="10800"/>
                </a:moveTo>
                <a:lnTo>
                  <a:pt x="0" y="10800"/>
                </a:lnTo>
                <a:arcTo wR="0" hR="0" stAng="0" swAng="0"/>
                <a:lnTo>
                  <a:pt x="0" y="10800"/>
                </a:lnTo>
                <a:arcTo wR="11816" hR="10800" stAng="-10800000" swAng="21550000"/>
                <a:close/>
              </a:path>
            </a:pathLst>
          </a:custGeom>
          <a:noFill/>
          <a:ln w="12600">
            <a:solidFill>
              <a:srgbClr val="507E32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anchor="ctr" anchorCtr="1">
            <a:noAutofit/>
          </a:bodyPr>
          <a:p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3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PlaceHolder 1"/>
          <p:cNvSpPr>
            <a:spLocks noGrp="1"/>
          </p:cNvSpPr>
          <p:nvPr>
            <p:ph type="title"/>
          </p:nvPr>
        </p:nvSpPr>
        <p:spPr>
          <a:xfrm>
            <a:off x="729360" y="648360"/>
            <a:ext cx="7688160" cy="1875600"/>
          </a:xfrm>
          <a:prstGeom prst="rect">
            <a:avLst/>
          </a:prstGeom>
          <a:noFill/>
          <a:ln w="12600">
            <a:noFill/>
          </a:ln>
        </p:spPr>
        <p:txBody>
          <a:bodyPr lIns="0" tIns="0" rIns="0" bIns="0" anchor="ctr" anchorCtr="1">
            <a:normAutofit/>
          </a:bodyPr>
          <a:p>
            <a:pPr indent="0" algn="ctr">
              <a:lnSpc>
                <a:spcPct val="90000"/>
              </a:lnSpc>
              <a:buNone/>
            </a:pPr>
            <a:br>
              <a:rPr sz="4400"/>
            </a:b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Thanks for your attention !!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6" name=""/>
          <p:cNvPicPr/>
          <p:nvPr/>
        </p:nvPicPr>
        <p:blipFill>
          <a:blip r:embed="rId2"/>
          <a:stretch/>
        </p:blipFill>
        <p:spPr>
          <a:xfrm>
            <a:off x="0" y="2917440"/>
            <a:ext cx="3960000" cy="2227680"/>
          </a:xfrm>
          <a:prstGeom prst="rect">
            <a:avLst/>
          </a:prstGeom>
          <a:noFill/>
          <a:ln w="12600">
            <a:noFill/>
          </a:ln>
        </p:spPr>
      </p:pic>
      <p:pic>
        <p:nvPicPr>
          <p:cNvPr id="327" name="Immagine 4"/>
          <p:cNvPicPr/>
          <p:nvPr/>
        </p:nvPicPr>
        <p:blipFill>
          <a:blip r:embed="rId3"/>
          <a:stretch/>
        </p:blipFill>
        <p:spPr>
          <a:xfrm>
            <a:off x="4879080" y="2041560"/>
            <a:ext cx="4039200" cy="3334320"/>
          </a:xfrm>
          <a:prstGeom prst="rect">
            <a:avLst/>
          </a:prstGeom>
          <a:noFill/>
          <a:ln w="12600">
            <a:noFill/>
          </a:ln>
        </p:spPr>
      </p:pic>
    </p:spTree>
  </p:cSld>
  <mc:AlternateContent>
    <mc:Choice Requires="p14">
      <p:transition spd="slow" p14:dur="3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81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</TotalTime>
  <Application>LibreOffice/26.2.4.2$Linux_X86_64 LibreOffice_project/620$Build-2</Application>
  <AppVersion>15.0000</AppVersion>
  <Words>311</Words>
  <Paragraphs>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Federico Dorigo</dc:creator>
  <dc:description/>
  <dc:language>it-IT</dc:language>
  <cp:lastModifiedBy>Federico Dorigo</cp:lastModifiedBy>
  <dcterms:modified xsi:type="dcterms:W3CDTF">2026-05-05T09:53:36Z</dcterms:modified>
  <cp:revision>22</cp:revision>
  <dc:subject/>
  <dc:title>DECAPSULATOR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